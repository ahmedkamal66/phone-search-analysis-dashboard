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446"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AD437B-6891-4EC6-888D-9D56D4AB4B4B}"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34E7CC18-7621-4689-9059-438D7F916D93}">
      <dgm:prSet/>
      <dgm:spPr/>
      <dgm:t>
        <a:bodyPr/>
        <a:lstStyle/>
        <a:p>
          <a:r>
            <a:rPr lang="en-US"/>
            <a:t>1.Introduction</a:t>
          </a:r>
        </a:p>
      </dgm:t>
    </dgm:pt>
    <dgm:pt modelId="{52898355-2453-4C9F-A1E1-5B4504469E63}" type="parTrans" cxnId="{37FBA240-42EB-4AB0-9FBA-612B204BE0D2}">
      <dgm:prSet/>
      <dgm:spPr/>
      <dgm:t>
        <a:bodyPr/>
        <a:lstStyle/>
        <a:p>
          <a:endParaRPr lang="en-US"/>
        </a:p>
      </dgm:t>
    </dgm:pt>
    <dgm:pt modelId="{DAEEF2C8-0C29-487E-A9E0-770C3BDA88E9}" type="sibTrans" cxnId="{37FBA240-42EB-4AB0-9FBA-612B204BE0D2}">
      <dgm:prSet/>
      <dgm:spPr/>
      <dgm:t>
        <a:bodyPr/>
        <a:lstStyle/>
        <a:p>
          <a:endParaRPr lang="en-US"/>
        </a:p>
      </dgm:t>
    </dgm:pt>
    <dgm:pt modelId="{7F4D7A79-D31D-4406-8DA2-1F29357616B5}">
      <dgm:prSet/>
      <dgm:spPr/>
      <dgm:t>
        <a:bodyPr/>
        <a:lstStyle/>
        <a:p>
          <a:r>
            <a:rPr lang="en-US" dirty="0"/>
            <a:t>2.Data Description</a:t>
          </a:r>
        </a:p>
      </dgm:t>
    </dgm:pt>
    <dgm:pt modelId="{0DBEF887-F71C-457E-8613-E1EA27F57AEF}" type="parTrans" cxnId="{5221AF2B-8199-442E-B7EC-D57C39BD24FC}">
      <dgm:prSet/>
      <dgm:spPr/>
      <dgm:t>
        <a:bodyPr/>
        <a:lstStyle/>
        <a:p>
          <a:endParaRPr lang="en-US"/>
        </a:p>
      </dgm:t>
    </dgm:pt>
    <dgm:pt modelId="{5159F715-B1B0-47EA-AAA0-F4A90B9E73CB}" type="sibTrans" cxnId="{5221AF2B-8199-442E-B7EC-D57C39BD24FC}">
      <dgm:prSet/>
      <dgm:spPr/>
      <dgm:t>
        <a:bodyPr/>
        <a:lstStyle/>
        <a:p>
          <a:endParaRPr lang="en-US"/>
        </a:p>
      </dgm:t>
    </dgm:pt>
    <dgm:pt modelId="{47B03653-AAF4-46CB-8413-529BA5245C2D}">
      <dgm:prSet/>
      <dgm:spPr/>
      <dgm:t>
        <a:bodyPr/>
        <a:lstStyle/>
        <a:p>
          <a:r>
            <a:rPr lang="en-US" dirty="0"/>
            <a:t>3.Data Cleaning Steps</a:t>
          </a:r>
        </a:p>
      </dgm:t>
    </dgm:pt>
    <dgm:pt modelId="{82DD7878-4A53-40FF-8042-CC1118ABBE5D}" type="parTrans" cxnId="{AED8E821-EF7B-467C-B4EF-331F4DC4648E}">
      <dgm:prSet/>
      <dgm:spPr/>
      <dgm:t>
        <a:bodyPr/>
        <a:lstStyle/>
        <a:p>
          <a:endParaRPr lang="en-US"/>
        </a:p>
      </dgm:t>
    </dgm:pt>
    <dgm:pt modelId="{BA1011D4-F8F2-45E5-BB92-8A8BF538E44A}" type="sibTrans" cxnId="{AED8E821-EF7B-467C-B4EF-331F4DC4648E}">
      <dgm:prSet/>
      <dgm:spPr/>
      <dgm:t>
        <a:bodyPr/>
        <a:lstStyle/>
        <a:p>
          <a:endParaRPr lang="en-US"/>
        </a:p>
      </dgm:t>
    </dgm:pt>
    <dgm:pt modelId="{2FA6CD90-2CC8-4E32-8B26-78B1070984D4}">
      <dgm:prSet/>
      <dgm:spPr/>
      <dgm:t>
        <a:bodyPr/>
        <a:lstStyle/>
        <a:p>
          <a:r>
            <a:rPr lang="en-US"/>
            <a:t>4.DashBoard</a:t>
          </a:r>
        </a:p>
      </dgm:t>
    </dgm:pt>
    <dgm:pt modelId="{A62078D4-73D4-4C60-A7D6-1231BDA41CD6}" type="parTrans" cxnId="{E311A8CA-ABC1-4343-B9AE-6EA6BEEA5391}">
      <dgm:prSet/>
      <dgm:spPr/>
      <dgm:t>
        <a:bodyPr/>
        <a:lstStyle/>
        <a:p>
          <a:endParaRPr lang="en-US"/>
        </a:p>
      </dgm:t>
    </dgm:pt>
    <dgm:pt modelId="{EBFF5042-7D8D-4F49-B17A-BE701027F6BE}" type="sibTrans" cxnId="{E311A8CA-ABC1-4343-B9AE-6EA6BEEA5391}">
      <dgm:prSet/>
      <dgm:spPr/>
      <dgm:t>
        <a:bodyPr/>
        <a:lstStyle/>
        <a:p>
          <a:endParaRPr lang="en-US"/>
        </a:p>
      </dgm:t>
    </dgm:pt>
    <dgm:pt modelId="{A02874AD-F832-4AB1-986D-7D3E9B3BC8B8}" type="pres">
      <dgm:prSet presAssocID="{EAAD437B-6891-4EC6-888D-9D56D4AB4B4B}" presName="linear" presStyleCnt="0">
        <dgm:presLayoutVars>
          <dgm:dir/>
          <dgm:animLvl val="lvl"/>
          <dgm:resizeHandles val="exact"/>
        </dgm:presLayoutVars>
      </dgm:prSet>
      <dgm:spPr/>
    </dgm:pt>
    <dgm:pt modelId="{298E4856-26C5-4BFB-8DCB-B91640CEDD71}" type="pres">
      <dgm:prSet presAssocID="{34E7CC18-7621-4689-9059-438D7F916D93}" presName="parentLin" presStyleCnt="0"/>
      <dgm:spPr/>
    </dgm:pt>
    <dgm:pt modelId="{647B6B78-367F-490D-A5AC-8E82CCEA9432}" type="pres">
      <dgm:prSet presAssocID="{34E7CC18-7621-4689-9059-438D7F916D93}" presName="parentLeftMargin" presStyleLbl="node1" presStyleIdx="0" presStyleCnt="4"/>
      <dgm:spPr/>
    </dgm:pt>
    <dgm:pt modelId="{842A9DFF-1DA6-43A2-9F82-E022302AD83B}" type="pres">
      <dgm:prSet presAssocID="{34E7CC18-7621-4689-9059-438D7F916D93}" presName="parentText" presStyleLbl="node1" presStyleIdx="0" presStyleCnt="4">
        <dgm:presLayoutVars>
          <dgm:chMax val="0"/>
          <dgm:bulletEnabled val="1"/>
        </dgm:presLayoutVars>
      </dgm:prSet>
      <dgm:spPr/>
    </dgm:pt>
    <dgm:pt modelId="{734346D5-B0C7-4A32-AF06-8795E1B914BB}" type="pres">
      <dgm:prSet presAssocID="{34E7CC18-7621-4689-9059-438D7F916D93}" presName="negativeSpace" presStyleCnt="0"/>
      <dgm:spPr/>
    </dgm:pt>
    <dgm:pt modelId="{4E3B8CB6-A17E-45ED-97E7-EB315B5E1BFF}" type="pres">
      <dgm:prSet presAssocID="{34E7CC18-7621-4689-9059-438D7F916D93}" presName="childText" presStyleLbl="conFgAcc1" presStyleIdx="0" presStyleCnt="4">
        <dgm:presLayoutVars>
          <dgm:bulletEnabled val="1"/>
        </dgm:presLayoutVars>
      </dgm:prSet>
      <dgm:spPr/>
    </dgm:pt>
    <dgm:pt modelId="{B4A71438-907B-4004-BD35-016A5F214D18}" type="pres">
      <dgm:prSet presAssocID="{DAEEF2C8-0C29-487E-A9E0-770C3BDA88E9}" presName="spaceBetweenRectangles" presStyleCnt="0"/>
      <dgm:spPr/>
    </dgm:pt>
    <dgm:pt modelId="{75A3234E-6743-4120-A8B1-EDF3B6E2FDF1}" type="pres">
      <dgm:prSet presAssocID="{7F4D7A79-D31D-4406-8DA2-1F29357616B5}" presName="parentLin" presStyleCnt="0"/>
      <dgm:spPr/>
    </dgm:pt>
    <dgm:pt modelId="{96153B23-DE81-46B9-9EA6-7E9F6B2BEAE2}" type="pres">
      <dgm:prSet presAssocID="{7F4D7A79-D31D-4406-8DA2-1F29357616B5}" presName="parentLeftMargin" presStyleLbl="node1" presStyleIdx="0" presStyleCnt="4"/>
      <dgm:spPr/>
    </dgm:pt>
    <dgm:pt modelId="{0179AA41-15BF-4932-963C-918D371CC342}" type="pres">
      <dgm:prSet presAssocID="{7F4D7A79-D31D-4406-8DA2-1F29357616B5}" presName="parentText" presStyleLbl="node1" presStyleIdx="1" presStyleCnt="4">
        <dgm:presLayoutVars>
          <dgm:chMax val="0"/>
          <dgm:bulletEnabled val="1"/>
        </dgm:presLayoutVars>
      </dgm:prSet>
      <dgm:spPr/>
    </dgm:pt>
    <dgm:pt modelId="{17AEDDFE-2528-4C8A-9E5F-C9AE51367546}" type="pres">
      <dgm:prSet presAssocID="{7F4D7A79-D31D-4406-8DA2-1F29357616B5}" presName="negativeSpace" presStyleCnt="0"/>
      <dgm:spPr/>
    </dgm:pt>
    <dgm:pt modelId="{8A7CD97E-8FB0-4B45-8E7C-D29D26259D41}" type="pres">
      <dgm:prSet presAssocID="{7F4D7A79-D31D-4406-8DA2-1F29357616B5}" presName="childText" presStyleLbl="conFgAcc1" presStyleIdx="1" presStyleCnt="4">
        <dgm:presLayoutVars>
          <dgm:bulletEnabled val="1"/>
        </dgm:presLayoutVars>
      </dgm:prSet>
      <dgm:spPr/>
    </dgm:pt>
    <dgm:pt modelId="{25161150-0DD0-4D3C-9EF9-BCAB0C62454F}" type="pres">
      <dgm:prSet presAssocID="{5159F715-B1B0-47EA-AAA0-F4A90B9E73CB}" presName="spaceBetweenRectangles" presStyleCnt="0"/>
      <dgm:spPr/>
    </dgm:pt>
    <dgm:pt modelId="{60972E1D-0BC3-40E9-BC1A-D0C9FA232181}" type="pres">
      <dgm:prSet presAssocID="{47B03653-AAF4-46CB-8413-529BA5245C2D}" presName="parentLin" presStyleCnt="0"/>
      <dgm:spPr/>
    </dgm:pt>
    <dgm:pt modelId="{33EC979C-8EBC-4191-8761-067A1DA8C739}" type="pres">
      <dgm:prSet presAssocID="{47B03653-AAF4-46CB-8413-529BA5245C2D}" presName="parentLeftMargin" presStyleLbl="node1" presStyleIdx="1" presStyleCnt="4"/>
      <dgm:spPr/>
    </dgm:pt>
    <dgm:pt modelId="{FD104337-0975-4D2F-9B18-FFB339A2CC54}" type="pres">
      <dgm:prSet presAssocID="{47B03653-AAF4-46CB-8413-529BA5245C2D}" presName="parentText" presStyleLbl="node1" presStyleIdx="2" presStyleCnt="4">
        <dgm:presLayoutVars>
          <dgm:chMax val="0"/>
          <dgm:bulletEnabled val="1"/>
        </dgm:presLayoutVars>
      </dgm:prSet>
      <dgm:spPr/>
    </dgm:pt>
    <dgm:pt modelId="{2BA0739E-3B66-464A-952C-ED37508038D4}" type="pres">
      <dgm:prSet presAssocID="{47B03653-AAF4-46CB-8413-529BA5245C2D}" presName="negativeSpace" presStyleCnt="0"/>
      <dgm:spPr/>
    </dgm:pt>
    <dgm:pt modelId="{C0101423-5507-4612-918D-949B5C0F0428}" type="pres">
      <dgm:prSet presAssocID="{47B03653-AAF4-46CB-8413-529BA5245C2D}" presName="childText" presStyleLbl="conFgAcc1" presStyleIdx="2" presStyleCnt="4">
        <dgm:presLayoutVars>
          <dgm:bulletEnabled val="1"/>
        </dgm:presLayoutVars>
      </dgm:prSet>
      <dgm:spPr/>
    </dgm:pt>
    <dgm:pt modelId="{A09DEC71-E228-4D86-86F1-5CA3768F7511}" type="pres">
      <dgm:prSet presAssocID="{BA1011D4-F8F2-45E5-BB92-8A8BF538E44A}" presName="spaceBetweenRectangles" presStyleCnt="0"/>
      <dgm:spPr/>
    </dgm:pt>
    <dgm:pt modelId="{8C3FBDDD-6A80-43D6-97E2-5C9BF0DF630C}" type="pres">
      <dgm:prSet presAssocID="{2FA6CD90-2CC8-4E32-8B26-78B1070984D4}" presName="parentLin" presStyleCnt="0"/>
      <dgm:spPr/>
    </dgm:pt>
    <dgm:pt modelId="{917602D9-FE84-457E-8812-72E5A58F6A15}" type="pres">
      <dgm:prSet presAssocID="{2FA6CD90-2CC8-4E32-8B26-78B1070984D4}" presName="parentLeftMargin" presStyleLbl="node1" presStyleIdx="2" presStyleCnt="4"/>
      <dgm:spPr/>
    </dgm:pt>
    <dgm:pt modelId="{CB760FED-33ED-4002-ABC8-09579404E2BB}" type="pres">
      <dgm:prSet presAssocID="{2FA6CD90-2CC8-4E32-8B26-78B1070984D4}" presName="parentText" presStyleLbl="node1" presStyleIdx="3" presStyleCnt="4">
        <dgm:presLayoutVars>
          <dgm:chMax val="0"/>
          <dgm:bulletEnabled val="1"/>
        </dgm:presLayoutVars>
      </dgm:prSet>
      <dgm:spPr/>
    </dgm:pt>
    <dgm:pt modelId="{2FB4428C-1472-4E03-95F9-1DFC9C95F003}" type="pres">
      <dgm:prSet presAssocID="{2FA6CD90-2CC8-4E32-8B26-78B1070984D4}" presName="negativeSpace" presStyleCnt="0"/>
      <dgm:spPr/>
    </dgm:pt>
    <dgm:pt modelId="{5D4216E8-D3D5-44BC-8697-C8E9489B26F4}" type="pres">
      <dgm:prSet presAssocID="{2FA6CD90-2CC8-4E32-8B26-78B1070984D4}" presName="childText" presStyleLbl="conFgAcc1" presStyleIdx="3" presStyleCnt="4">
        <dgm:presLayoutVars>
          <dgm:bulletEnabled val="1"/>
        </dgm:presLayoutVars>
      </dgm:prSet>
      <dgm:spPr/>
    </dgm:pt>
  </dgm:ptLst>
  <dgm:cxnLst>
    <dgm:cxn modelId="{83D83B1B-85F6-46BF-A711-FCD521E7BD8F}" type="presOf" srcId="{2FA6CD90-2CC8-4E32-8B26-78B1070984D4}" destId="{917602D9-FE84-457E-8812-72E5A58F6A15}" srcOrd="0" destOrd="0" presId="urn:microsoft.com/office/officeart/2005/8/layout/list1"/>
    <dgm:cxn modelId="{0AF8A61B-94F9-4D53-BF75-41201B267D35}" type="presOf" srcId="{47B03653-AAF4-46CB-8413-529BA5245C2D}" destId="{33EC979C-8EBC-4191-8761-067A1DA8C739}" srcOrd="0" destOrd="0" presId="urn:microsoft.com/office/officeart/2005/8/layout/list1"/>
    <dgm:cxn modelId="{AED8E821-EF7B-467C-B4EF-331F4DC4648E}" srcId="{EAAD437B-6891-4EC6-888D-9D56D4AB4B4B}" destId="{47B03653-AAF4-46CB-8413-529BA5245C2D}" srcOrd="2" destOrd="0" parTransId="{82DD7878-4A53-40FF-8042-CC1118ABBE5D}" sibTransId="{BA1011D4-F8F2-45E5-BB92-8A8BF538E44A}"/>
    <dgm:cxn modelId="{D04BFF25-880A-426E-AFB8-CC90A9F2BE3C}" type="presOf" srcId="{34E7CC18-7621-4689-9059-438D7F916D93}" destId="{647B6B78-367F-490D-A5AC-8E82CCEA9432}" srcOrd="0" destOrd="0" presId="urn:microsoft.com/office/officeart/2005/8/layout/list1"/>
    <dgm:cxn modelId="{5221AF2B-8199-442E-B7EC-D57C39BD24FC}" srcId="{EAAD437B-6891-4EC6-888D-9D56D4AB4B4B}" destId="{7F4D7A79-D31D-4406-8DA2-1F29357616B5}" srcOrd="1" destOrd="0" parTransId="{0DBEF887-F71C-457E-8613-E1EA27F57AEF}" sibTransId="{5159F715-B1B0-47EA-AAA0-F4A90B9E73CB}"/>
    <dgm:cxn modelId="{37FBA240-42EB-4AB0-9FBA-612B204BE0D2}" srcId="{EAAD437B-6891-4EC6-888D-9D56D4AB4B4B}" destId="{34E7CC18-7621-4689-9059-438D7F916D93}" srcOrd="0" destOrd="0" parTransId="{52898355-2453-4C9F-A1E1-5B4504469E63}" sibTransId="{DAEEF2C8-0C29-487E-A9E0-770C3BDA88E9}"/>
    <dgm:cxn modelId="{B4E55553-C95A-4DAA-A17D-787886CFCEAD}" type="presOf" srcId="{7F4D7A79-D31D-4406-8DA2-1F29357616B5}" destId="{96153B23-DE81-46B9-9EA6-7E9F6B2BEAE2}" srcOrd="0" destOrd="0" presId="urn:microsoft.com/office/officeart/2005/8/layout/list1"/>
    <dgm:cxn modelId="{0340F275-C712-4332-8937-136A97251672}" type="presOf" srcId="{2FA6CD90-2CC8-4E32-8B26-78B1070984D4}" destId="{CB760FED-33ED-4002-ABC8-09579404E2BB}" srcOrd="1" destOrd="0" presId="urn:microsoft.com/office/officeart/2005/8/layout/list1"/>
    <dgm:cxn modelId="{B13A7EC5-D5BF-4F86-AA2E-B066B60E5D1E}" type="presOf" srcId="{34E7CC18-7621-4689-9059-438D7F916D93}" destId="{842A9DFF-1DA6-43A2-9F82-E022302AD83B}" srcOrd="1" destOrd="0" presId="urn:microsoft.com/office/officeart/2005/8/layout/list1"/>
    <dgm:cxn modelId="{85DC29CA-4301-48BB-B3AB-9A3BF67DCF8B}" type="presOf" srcId="{EAAD437B-6891-4EC6-888D-9D56D4AB4B4B}" destId="{A02874AD-F832-4AB1-986D-7D3E9B3BC8B8}" srcOrd="0" destOrd="0" presId="urn:microsoft.com/office/officeart/2005/8/layout/list1"/>
    <dgm:cxn modelId="{E311A8CA-ABC1-4343-B9AE-6EA6BEEA5391}" srcId="{EAAD437B-6891-4EC6-888D-9D56D4AB4B4B}" destId="{2FA6CD90-2CC8-4E32-8B26-78B1070984D4}" srcOrd="3" destOrd="0" parTransId="{A62078D4-73D4-4C60-A7D6-1231BDA41CD6}" sibTransId="{EBFF5042-7D8D-4F49-B17A-BE701027F6BE}"/>
    <dgm:cxn modelId="{E3EDC9F2-688C-4773-9775-E9F23153CA14}" type="presOf" srcId="{47B03653-AAF4-46CB-8413-529BA5245C2D}" destId="{FD104337-0975-4D2F-9B18-FFB339A2CC54}" srcOrd="1" destOrd="0" presId="urn:microsoft.com/office/officeart/2005/8/layout/list1"/>
    <dgm:cxn modelId="{0FFCD4FF-1DFC-484F-9B7C-51C667B27DBE}" type="presOf" srcId="{7F4D7A79-D31D-4406-8DA2-1F29357616B5}" destId="{0179AA41-15BF-4932-963C-918D371CC342}" srcOrd="1" destOrd="0" presId="urn:microsoft.com/office/officeart/2005/8/layout/list1"/>
    <dgm:cxn modelId="{BFA44961-48A6-4B79-AA08-AB3A5EF079ED}" type="presParOf" srcId="{A02874AD-F832-4AB1-986D-7D3E9B3BC8B8}" destId="{298E4856-26C5-4BFB-8DCB-B91640CEDD71}" srcOrd="0" destOrd="0" presId="urn:microsoft.com/office/officeart/2005/8/layout/list1"/>
    <dgm:cxn modelId="{11EBC369-ED29-473F-8731-21768298F381}" type="presParOf" srcId="{298E4856-26C5-4BFB-8DCB-B91640CEDD71}" destId="{647B6B78-367F-490D-A5AC-8E82CCEA9432}" srcOrd="0" destOrd="0" presId="urn:microsoft.com/office/officeart/2005/8/layout/list1"/>
    <dgm:cxn modelId="{25B0FF7B-051D-413D-9B5E-F51466131936}" type="presParOf" srcId="{298E4856-26C5-4BFB-8DCB-B91640CEDD71}" destId="{842A9DFF-1DA6-43A2-9F82-E022302AD83B}" srcOrd="1" destOrd="0" presId="urn:microsoft.com/office/officeart/2005/8/layout/list1"/>
    <dgm:cxn modelId="{2FE0029E-9035-4BF7-85A2-E9BD3212D56B}" type="presParOf" srcId="{A02874AD-F832-4AB1-986D-7D3E9B3BC8B8}" destId="{734346D5-B0C7-4A32-AF06-8795E1B914BB}" srcOrd="1" destOrd="0" presId="urn:microsoft.com/office/officeart/2005/8/layout/list1"/>
    <dgm:cxn modelId="{1CDF1DED-2A8B-4E54-8FC9-073FFB91D355}" type="presParOf" srcId="{A02874AD-F832-4AB1-986D-7D3E9B3BC8B8}" destId="{4E3B8CB6-A17E-45ED-97E7-EB315B5E1BFF}" srcOrd="2" destOrd="0" presId="urn:microsoft.com/office/officeart/2005/8/layout/list1"/>
    <dgm:cxn modelId="{7BB1171B-53B9-4309-ACD6-95682DD2BA5A}" type="presParOf" srcId="{A02874AD-F832-4AB1-986D-7D3E9B3BC8B8}" destId="{B4A71438-907B-4004-BD35-016A5F214D18}" srcOrd="3" destOrd="0" presId="urn:microsoft.com/office/officeart/2005/8/layout/list1"/>
    <dgm:cxn modelId="{A41E890A-9928-47CF-A7DA-A8E3F4524158}" type="presParOf" srcId="{A02874AD-F832-4AB1-986D-7D3E9B3BC8B8}" destId="{75A3234E-6743-4120-A8B1-EDF3B6E2FDF1}" srcOrd="4" destOrd="0" presId="urn:microsoft.com/office/officeart/2005/8/layout/list1"/>
    <dgm:cxn modelId="{1CEA0CB1-56F6-4924-BD06-08AC3928D46C}" type="presParOf" srcId="{75A3234E-6743-4120-A8B1-EDF3B6E2FDF1}" destId="{96153B23-DE81-46B9-9EA6-7E9F6B2BEAE2}" srcOrd="0" destOrd="0" presId="urn:microsoft.com/office/officeart/2005/8/layout/list1"/>
    <dgm:cxn modelId="{8A1FF267-3C8B-44A9-9D81-AF98B900ED08}" type="presParOf" srcId="{75A3234E-6743-4120-A8B1-EDF3B6E2FDF1}" destId="{0179AA41-15BF-4932-963C-918D371CC342}" srcOrd="1" destOrd="0" presId="urn:microsoft.com/office/officeart/2005/8/layout/list1"/>
    <dgm:cxn modelId="{1AED8DA1-4341-40DD-8A81-D73D85BB96E6}" type="presParOf" srcId="{A02874AD-F832-4AB1-986D-7D3E9B3BC8B8}" destId="{17AEDDFE-2528-4C8A-9E5F-C9AE51367546}" srcOrd="5" destOrd="0" presId="urn:microsoft.com/office/officeart/2005/8/layout/list1"/>
    <dgm:cxn modelId="{8878A96F-6DA9-4C4C-A2F9-E285F6687AE0}" type="presParOf" srcId="{A02874AD-F832-4AB1-986D-7D3E9B3BC8B8}" destId="{8A7CD97E-8FB0-4B45-8E7C-D29D26259D41}" srcOrd="6" destOrd="0" presId="urn:microsoft.com/office/officeart/2005/8/layout/list1"/>
    <dgm:cxn modelId="{DB1A0025-6794-457F-9FD4-1EA02ABBA5B6}" type="presParOf" srcId="{A02874AD-F832-4AB1-986D-7D3E9B3BC8B8}" destId="{25161150-0DD0-4D3C-9EF9-BCAB0C62454F}" srcOrd="7" destOrd="0" presId="urn:microsoft.com/office/officeart/2005/8/layout/list1"/>
    <dgm:cxn modelId="{B43FABFC-BCD3-4562-8316-332AF8246429}" type="presParOf" srcId="{A02874AD-F832-4AB1-986D-7D3E9B3BC8B8}" destId="{60972E1D-0BC3-40E9-BC1A-D0C9FA232181}" srcOrd="8" destOrd="0" presId="urn:microsoft.com/office/officeart/2005/8/layout/list1"/>
    <dgm:cxn modelId="{4B1680B1-9329-46F0-A797-59557A29B739}" type="presParOf" srcId="{60972E1D-0BC3-40E9-BC1A-D0C9FA232181}" destId="{33EC979C-8EBC-4191-8761-067A1DA8C739}" srcOrd="0" destOrd="0" presId="urn:microsoft.com/office/officeart/2005/8/layout/list1"/>
    <dgm:cxn modelId="{B2083374-2D29-4138-B3CF-CD3A1F5CEDE2}" type="presParOf" srcId="{60972E1D-0BC3-40E9-BC1A-D0C9FA232181}" destId="{FD104337-0975-4D2F-9B18-FFB339A2CC54}" srcOrd="1" destOrd="0" presId="urn:microsoft.com/office/officeart/2005/8/layout/list1"/>
    <dgm:cxn modelId="{49AB7ED9-E017-43CB-B564-4146BF476E5E}" type="presParOf" srcId="{A02874AD-F832-4AB1-986D-7D3E9B3BC8B8}" destId="{2BA0739E-3B66-464A-952C-ED37508038D4}" srcOrd="9" destOrd="0" presId="urn:microsoft.com/office/officeart/2005/8/layout/list1"/>
    <dgm:cxn modelId="{F9BA9F71-2CE6-40EE-AA08-AE8F10721FB7}" type="presParOf" srcId="{A02874AD-F832-4AB1-986D-7D3E9B3BC8B8}" destId="{C0101423-5507-4612-918D-949B5C0F0428}" srcOrd="10" destOrd="0" presId="urn:microsoft.com/office/officeart/2005/8/layout/list1"/>
    <dgm:cxn modelId="{5BB65F2B-D406-450D-B4FD-568C677D7C21}" type="presParOf" srcId="{A02874AD-F832-4AB1-986D-7D3E9B3BC8B8}" destId="{A09DEC71-E228-4D86-86F1-5CA3768F7511}" srcOrd="11" destOrd="0" presId="urn:microsoft.com/office/officeart/2005/8/layout/list1"/>
    <dgm:cxn modelId="{FE40940B-7B69-4B11-8CBD-EDF5AA6E5CA4}" type="presParOf" srcId="{A02874AD-F832-4AB1-986D-7D3E9B3BC8B8}" destId="{8C3FBDDD-6A80-43D6-97E2-5C9BF0DF630C}" srcOrd="12" destOrd="0" presId="urn:microsoft.com/office/officeart/2005/8/layout/list1"/>
    <dgm:cxn modelId="{D7015CF7-DEB4-48BF-A4CD-FC926145AC9C}" type="presParOf" srcId="{8C3FBDDD-6A80-43D6-97E2-5C9BF0DF630C}" destId="{917602D9-FE84-457E-8812-72E5A58F6A15}" srcOrd="0" destOrd="0" presId="urn:microsoft.com/office/officeart/2005/8/layout/list1"/>
    <dgm:cxn modelId="{BBEDF012-B92B-447B-8288-659072CD6E4B}" type="presParOf" srcId="{8C3FBDDD-6A80-43D6-97E2-5C9BF0DF630C}" destId="{CB760FED-33ED-4002-ABC8-09579404E2BB}" srcOrd="1" destOrd="0" presId="urn:microsoft.com/office/officeart/2005/8/layout/list1"/>
    <dgm:cxn modelId="{C24C9F04-5FBF-4BE3-8140-2F6DAA5ADD4B}" type="presParOf" srcId="{A02874AD-F832-4AB1-986D-7D3E9B3BC8B8}" destId="{2FB4428C-1472-4E03-95F9-1DFC9C95F003}" srcOrd="13" destOrd="0" presId="urn:microsoft.com/office/officeart/2005/8/layout/list1"/>
    <dgm:cxn modelId="{91FFD05B-D3A4-45AC-AA9F-A0ADE88177E3}" type="presParOf" srcId="{A02874AD-F832-4AB1-986D-7D3E9B3BC8B8}" destId="{5D4216E8-D3D5-44BC-8697-C8E9489B26F4}"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F76054-F331-44E8-B66B-13B3A93FBC9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FDB6E38-7146-4D02-BE5D-4DE66C1A19F1}">
      <dgm:prSet/>
      <dgm:spPr/>
      <dgm:t>
        <a:bodyPr/>
        <a:lstStyle/>
        <a:p>
          <a:r>
            <a:rPr lang="en-US"/>
            <a:t>Data cleaning and Data manipulation with Power Bi</a:t>
          </a:r>
        </a:p>
      </dgm:t>
    </dgm:pt>
    <dgm:pt modelId="{46D90AB7-FE20-4DF8-BF73-851B1201DE28}" type="parTrans" cxnId="{9EA7DD35-4169-42FE-AE4B-19B97A8B4244}">
      <dgm:prSet/>
      <dgm:spPr/>
      <dgm:t>
        <a:bodyPr/>
        <a:lstStyle/>
        <a:p>
          <a:endParaRPr lang="en-US"/>
        </a:p>
      </dgm:t>
    </dgm:pt>
    <dgm:pt modelId="{C5A7A717-8C69-4AD2-814E-84DE1BB8CA66}" type="sibTrans" cxnId="{9EA7DD35-4169-42FE-AE4B-19B97A8B4244}">
      <dgm:prSet/>
      <dgm:spPr/>
      <dgm:t>
        <a:bodyPr/>
        <a:lstStyle/>
        <a:p>
          <a:endParaRPr lang="en-US"/>
        </a:p>
      </dgm:t>
    </dgm:pt>
    <dgm:pt modelId="{68AD1A7A-A98B-40B9-A8A7-9E2629C48CF3}">
      <dgm:prSet/>
      <dgm:spPr/>
      <dgm:t>
        <a:bodyPr/>
        <a:lstStyle/>
        <a:p>
          <a:r>
            <a:rPr lang="en-US"/>
            <a:t>Removed Duplicates</a:t>
          </a:r>
        </a:p>
      </dgm:t>
    </dgm:pt>
    <dgm:pt modelId="{A99FC533-9A40-4EF0-AB19-CC9D524FB409}" type="parTrans" cxnId="{847964E8-435A-4498-B4C2-5383082B8DE2}">
      <dgm:prSet/>
      <dgm:spPr/>
      <dgm:t>
        <a:bodyPr/>
        <a:lstStyle/>
        <a:p>
          <a:endParaRPr lang="en-US"/>
        </a:p>
      </dgm:t>
    </dgm:pt>
    <dgm:pt modelId="{33429F31-4A54-4F20-A5FE-602E4568596B}" type="sibTrans" cxnId="{847964E8-435A-4498-B4C2-5383082B8DE2}">
      <dgm:prSet/>
      <dgm:spPr/>
      <dgm:t>
        <a:bodyPr/>
        <a:lstStyle/>
        <a:p>
          <a:endParaRPr lang="en-US"/>
        </a:p>
      </dgm:t>
    </dgm:pt>
    <dgm:pt modelId="{92982256-2EBE-4983-B809-849EA6985073}">
      <dgm:prSet/>
      <dgm:spPr/>
      <dgm:t>
        <a:bodyPr/>
        <a:lstStyle/>
        <a:p>
          <a:r>
            <a:rPr lang="en-US"/>
            <a:t>Remove Errors</a:t>
          </a:r>
        </a:p>
      </dgm:t>
    </dgm:pt>
    <dgm:pt modelId="{1B7DDC15-17D2-457E-835F-4C6A588CB4B7}" type="parTrans" cxnId="{DEE91CC2-FDDE-453A-9A93-EC9E2AA5529E}">
      <dgm:prSet/>
      <dgm:spPr/>
      <dgm:t>
        <a:bodyPr/>
        <a:lstStyle/>
        <a:p>
          <a:endParaRPr lang="en-US"/>
        </a:p>
      </dgm:t>
    </dgm:pt>
    <dgm:pt modelId="{1A0825BC-0BBC-47B7-8BC4-F947FDFEA4B8}" type="sibTrans" cxnId="{DEE91CC2-FDDE-453A-9A93-EC9E2AA5529E}">
      <dgm:prSet/>
      <dgm:spPr/>
      <dgm:t>
        <a:bodyPr/>
        <a:lstStyle/>
        <a:p>
          <a:endParaRPr lang="en-US"/>
        </a:p>
      </dgm:t>
    </dgm:pt>
    <dgm:pt modelId="{8E19FBE3-CB86-474D-B43D-64CBA92272CF}">
      <dgm:prSet/>
      <dgm:spPr/>
      <dgm:t>
        <a:bodyPr/>
        <a:lstStyle/>
        <a:p>
          <a:r>
            <a:rPr lang="en-US"/>
            <a:t>Replace missing data (null) by average</a:t>
          </a:r>
        </a:p>
      </dgm:t>
    </dgm:pt>
    <dgm:pt modelId="{A4882B88-7104-4F15-BA8D-D4FF71B65DB8}" type="parTrans" cxnId="{003645CD-4032-4F00-B906-AEDE4E9C6A05}">
      <dgm:prSet/>
      <dgm:spPr/>
      <dgm:t>
        <a:bodyPr/>
        <a:lstStyle/>
        <a:p>
          <a:endParaRPr lang="en-US"/>
        </a:p>
      </dgm:t>
    </dgm:pt>
    <dgm:pt modelId="{F79ED64C-1745-4870-A4F1-2EB16ABC05AA}" type="sibTrans" cxnId="{003645CD-4032-4F00-B906-AEDE4E9C6A05}">
      <dgm:prSet/>
      <dgm:spPr/>
      <dgm:t>
        <a:bodyPr/>
        <a:lstStyle/>
        <a:p>
          <a:endParaRPr lang="en-US"/>
        </a:p>
      </dgm:t>
    </dgm:pt>
    <dgm:pt modelId="{F0845672-7D4D-4B90-A71B-06715296FA83}">
      <dgm:prSet/>
      <dgm:spPr/>
      <dgm:t>
        <a:bodyPr/>
        <a:lstStyle/>
        <a:p>
          <a:r>
            <a:rPr lang="en-US"/>
            <a:t>Change data type each column </a:t>
          </a:r>
        </a:p>
      </dgm:t>
    </dgm:pt>
    <dgm:pt modelId="{418663A2-B7B8-48CC-9C41-216084CB7DDC}" type="parTrans" cxnId="{08E6FB09-6D4F-4250-961A-8AFCF26B6992}">
      <dgm:prSet/>
      <dgm:spPr/>
      <dgm:t>
        <a:bodyPr/>
        <a:lstStyle/>
        <a:p>
          <a:endParaRPr lang="en-US"/>
        </a:p>
      </dgm:t>
    </dgm:pt>
    <dgm:pt modelId="{0BC4DB0B-9D9B-486B-85BF-658192A1548B}" type="sibTrans" cxnId="{08E6FB09-6D4F-4250-961A-8AFCF26B6992}">
      <dgm:prSet/>
      <dgm:spPr/>
      <dgm:t>
        <a:bodyPr/>
        <a:lstStyle/>
        <a:p>
          <a:endParaRPr lang="en-US"/>
        </a:p>
      </dgm:t>
    </dgm:pt>
    <dgm:pt modelId="{53799DF5-CF9F-451F-978B-709E5FE8CA48}" type="pres">
      <dgm:prSet presAssocID="{48F76054-F331-44E8-B66B-13B3A93FBC94}" presName="linear" presStyleCnt="0">
        <dgm:presLayoutVars>
          <dgm:animLvl val="lvl"/>
          <dgm:resizeHandles val="exact"/>
        </dgm:presLayoutVars>
      </dgm:prSet>
      <dgm:spPr/>
    </dgm:pt>
    <dgm:pt modelId="{65B1A535-B735-4758-A2B0-3F6692022AF2}" type="pres">
      <dgm:prSet presAssocID="{FFDB6E38-7146-4D02-BE5D-4DE66C1A19F1}" presName="parentText" presStyleLbl="node1" presStyleIdx="0" presStyleCnt="1" custLinFactNeighborY="-14444">
        <dgm:presLayoutVars>
          <dgm:chMax val="0"/>
          <dgm:bulletEnabled val="1"/>
        </dgm:presLayoutVars>
      </dgm:prSet>
      <dgm:spPr/>
    </dgm:pt>
    <dgm:pt modelId="{70323FE3-E82D-4907-9E24-C1369C7ADE3F}" type="pres">
      <dgm:prSet presAssocID="{FFDB6E38-7146-4D02-BE5D-4DE66C1A19F1}" presName="childText" presStyleLbl="revTx" presStyleIdx="0" presStyleCnt="1">
        <dgm:presLayoutVars>
          <dgm:bulletEnabled val="1"/>
        </dgm:presLayoutVars>
      </dgm:prSet>
      <dgm:spPr/>
    </dgm:pt>
  </dgm:ptLst>
  <dgm:cxnLst>
    <dgm:cxn modelId="{08E6FB09-6D4F-4250-961A-8AFCF26B6992}" srcId="{FFDB6E38-7146-4D02-BE5D-4DE66C1A19F1}" destId="{F0845672-7D4D-4B90-A71B-06715296FA83}" srcOrd="3" destOrd="0" parTransId="{418663A2-B7B8-48CC-9C41-216084CB7DDC}" sibTransId="{0BC4DB0B-9D9B-486B-85BF-658192A1548B}"/>
    <dgm:cxn modelId="{9EA7DD35-4169-42FE-AE4B-19B97A8B4244}" srcId="{48F76054-F331-44E8-B66B-13B3A93FBC94}" destId="{FFDB6E38-7146-4D02-BE5D-4DE66C1A19F1}" srcOrd="0" destOrd="0" parTransId="{46D90AB7-FE20-4DF8-BF73-851B1201DE28}" sibTransId="{C5A7A717-8C69-4AD2-814E-84DE1BB8CA66}"/>
    <dgm:cxn modelId="{1ACF1457-1826-47AB-859B-47E6D749A732}" type="presOf" srcId="{8E19FBE3-CB86-474D-B43D-64CBA92272CF}" destId="{70323FE3-E82D-4907-9E24-C1369C7ADE3F}" srcOrd="0" destOrd="2" presId="urn:microsoft.com/office/officeart/2005/8/layout/vList2"/>
    <dgm:cxn modelId="{B3A13982-D343-4FD0-9AC0-E0BBE173438D}" type="presOf" srcId="{92982256-2EBE-4983-B809-849EA6985073}" destId="{70323FE3-E82D-4907-9E24-C1369C7ADE3F}" srcOrd="0" destOrd="1" presId="urn:microsoft.com/office/officeart/2005/8/layout/vList2"/>
    <dgm:cxn modelId="{B907779D-BE74-4535-941F-E4278A553C95}" type="presOf" srcId="{F0845672-7D4D-4B90-A71B-06715296FA83}" destId="{70323FE3-E82D-4907-9E24-C1369C7ADE3F}" srcOrd="0" destOrd="3" presId="urn:microsoft.com/office/officeart/2005/8/layout/vList2"/>
    <dgm:cxn modelId="{A6768DA1-CC34-45C1-9988-51F6D1F44AE9}" type="presOf" srcId="{48F76054-F331-44E8-B66B-13B3A93FBC94}" destId="{53799DF5-CF9F-451F-978B-709E5FE8CA48}" srcOrd="0" destOrd="0" presId="urn:microsoft.com/office/officeart/2005/8/layout/vList2"/>
    <dgm:cxn modelId="{DEE91CC2-FDDE-453A-9A93-EC9E2AA5529E}" srcId="{FFDB6E38-7146-4D02-BE5D-4DE66C1A19F1}" destId="{92982256-2EBE-4983-B809-849EA6985073}" srcOrd="1" destOrd="0" parTransId="{1B7DDC15-17D2-457E-835F-4C6A588CB4B7}" sibTransId="{1A0825BC-0BBC-47B7-8BC4-F947FDFEA4B8}"/>
    <dgm:cxn modelId="{003645CD-4032-4F00-B906-AEDE4E9C6A05}" srcId="{FFDB6E38-7146-4D02-BE5D-4DE66C1A19F1}" destId="{8E19FBE3-CB86-474D-B43D-64CBA92272CF}" srcOrd="2" destOrd="0" parTransId="{A4882B88-7104-4F15-BA8D-D4FF71B65DB8}" sibTransId="{F79ED64C-1745-4870-A4F1-2EB16ABC05AA}"/>
    <dgm:cxn modelId="{E657E4E1-2FCA-484B-97A1-DDB45A3F1A3A}" type="presOf" srcId="{FFDB6E38-7146-4D02-BE5D-4DE66C1A19F1}" destId="{65B1A535-B735-4758-A2B0-3F6692022AF2}" srcOrd="0" destOrd="0" presId="urn:microsoft.com/office/officeart/2005/8/layout/vList2"/>
    <dgm:cxn modelId="{847964E8-435A-4498-B4C2-5383082B8DE2}" srcId="{FFDB6E38-7146-4D02-BE5D-4DE66C1A19F1}" destId="{68AD1A7A-A98B-40B9-A8A7-9E2629C48CF3}" srcOrd="0" destOrd="0" parTransId="{A99FC533-9A40-4EF0-AB19-CC9D524FB409}" sibTransId="{33429F31-4A54-4F20-A5FE-602E4568596B}"/>
    <dgm:cxn modelId="{DED86BF1-FCEC-4049-9353-8AE857B1B950}" type="presOf" srcId="{68AD1A7A-A98B-40B9-A8A7-9E2629C48CF3}" destId="{70323FE3-E82D-4907-9E24-C1369C7ADE3F}" srcOrd="0" destOrd="0" presId="urn:microsoft.com/office/officeart/2005/8/layout/vList2"/>
    <dgm:cxn modelId="{629F6F4D-1F11-4E6D-B621-FD7D83D9FD53}" type="presParOf" srcId="{53799DF5-CF9F-451F-978B-709E5FE8CA48}" destId="{65B1A535-B735-4758-A2B0-3F6692022AF2}" srcOrd="0" destOrd="0" presId="urn:microsoft.com/office/officeart/2005/8/layout/vList2"/>
    <dgm:cxn modelId="{78CACF84-0235-41ED-8231-47371E4A7B42}" type="presParOf" srcId="{53799DF5-CF9F-451F-978B-709E5FE8CA48}" destId="{70323FE3-E82D-4907-9E24-C1369C7ADE3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7A67E7-2B0F-4CBA-A324-BBA645C1915E}"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EB190C33-3BF9-4A21-B535-64D606252282}">
      <dgm:prSet/>
      <dgm:spPr/>
      <dgm:t>
        <a:bodyPr/>
        <a:lstStyle/>
        <a:p>
          <a:r>
            <a:rPr lang="en-US" i="0"/>
            <a:t>Average product price</a:t>
          </a:r>
          <a:endParaRPr lang="en-US"/>
        </a:p>
      </dgm:t>
    </dgm:pt>
    <dgm:pt modelId="{52A76A0C-5E49-4845-851E-A49AF9885A5F}" type="parTrans" cxnId="{072F32FB-E711-448F-9AEE-1EDAC4ABD484}">
      <dgm:prSet/>
      <dgm:spPr/>
      <dgm:t>
        <a:bodyPr/>
        <a:lstStyle/>
        <a:p>
          <a:endParaRPr lang="en-US"/>
        </a:p>
      </dgm:t>
    </dgm:pt>
    <dgm:pt modelId="{3E430AD9-DBD2-46E7-BF66-09C74A57BE18}" type="sibTrans" cxnId="{072F32FB-E711-448F-9AEE-1EDAC4ABD484}">
      <dgm:prSet/>
      <dgm:spPr/>
      <dgm:t>
        <a:bodyPr/>
        <a:lstStyle/>
        <a:p>
          <a:endParaRPr lang="en-US"/>
        </a:p>
      </dgm:t>
    </dgm:pt>
    <dgm:pt modelId="{BE3FAB3E-D626-48C4-8266-36C92D2228F7}">
      <dgm:prSet/>
      <dgm:spPr/>
      <dgm:t>
        <a:bodyPr/>
        <a:lstStyle/>
        <a:p>
          <a:r>
            <a:rPr lang="en-US" i="0"/>
            <a:t>Price variance</a:t>
          </a:r>
          <a:endParaRPr lang="en-US"/>
        </a:p>
      </dgm:t>
    </dgm:pt>
    <dgm:pt modelId="{4F304262-EDE0-41DC-A0FB-16DAB0B896EB}" type="parTrans" cxnId="{09E196E7-AC37-41B1-B3AF-E2B54912ED7E}">
      <dgm:prSet/>
      <dgm:spPr/>
      <dgm:t>
        <a:bodyPr/>
        <a:lstStyle/>
        <a:p>
          <a:endParaRPr lang="en-US"/>
        </a:p>
      </dgm:t>
    </dgm:pt>
    <dgm:pt modelId="{C63440F4-7F92-4BE2-BF02-E4A4DE05D3FB}" type="sibTrans" cxnId="{09E196E7-AC37-41B1-B3AF-E2B54912ED7E}">
      <dgm:prSet/>
      <dgm:spPr/>
      <dgm:t>
        <a:bodyPr/>
        <a:lstStyle/>
        <a:p>
          <a:endParaRPr lang="en-US"/>
        </a:p>
      </dgm:t>
    </dgm:pt>
    <dgm:pt modelId="{15C21B0B-7BE0-4E9C-83E5-05AACD538F8A}">
      <dgm:prSet/>
      <dgm:spPr/>
      <dgm:t>
        <a:bodyPr/>
        <a:lstStyle/>
        <a:p>
          <a:r>
            <a:rPr lang="en-US" i="0"/>
            <a:t>Price comparison</a:t>
          </a:r>
          <a:endParaRPr lang="en-US"/>
        </a:p>
      </dgm:t>
    </dgm:pt>
    <dgm:pt modelId="{F56EC444-BC43-475A-A9C2-A005BE4E259E}" type="parTrans" cxnId="{2B38B5A4-6CB2-4E71-B06D-A5427E296115}">
      <dgm:prSet/>
      <dgm:spPr/>
      <dgm:t>
        <a:bodyPr/>
        <a:lstStyle/>
        <a:p>
          <a:endParaRPr lang="en-US"/>
        </a:p>
      </dgm:t>
    </dgm:pt>
    <dgm:pt modelId="{F66963EB-0904-4AA0-924B-45CCD2B29549}" type="sibTrans" cxnId="{2B38B5A4-6CB2-4E71-B06D-A5427E296115}">
      <dgm:prSet/>
      <dgm:spPr/>
      <dgm:t>
        <a:bodyPr/>
        <a:lstStyle/>
        <a:p>
          <a:endParaRPr lang="en-US"/>
        </a:p>
      </dgm:t>
    </dgm:pt>
    <dgm:pt modelId="{F0027FAF-0F77-41F7-ADAA-542757935BE7}">
      <dgm:prSet/>
      <dgm:spPr/>
      <dgm:t>
        <a:bodyPr/>
        <a:lstStyle/>
        <a:p>
          <a:r>
            <a:rPr lang="en-US" i="0"/>
            <a:t>Avg star rating</a:t>
          </a:r>
          <a:endParaRPr lang="en-US"/>
        </a:p>
      </dgm:t>
    </dgm:pt>
    <dgm:pt modelId="{C420B6C5-8197-468A-876B-37D7C7520EC4}" type="parTrans" cxnId="{25339768-1387-483C-8B16-27A5164A2C97}">
      <dgm:prSet/>
      <dgm:spPr/>
      <dgm:t>
        <a:bodyPr/>
        <a:lstStyle/>
        <a:p>
          <a:endParaRPr lang="en-US"/>
        </a:p>
      </dgm:t>
    </dgm:pt>
    <dgm:pt modelId="{78BB0344-1591-4D8B-9578-BD26B982E57D}" type="sibTrans" cxnId="{25339768-1387-483C-8B16-27A5164A2C97}">
      <dgm:prSet/>
      <dgm:spPr/>
      <dgm:t>
        <a:bodyPr/>
        <a:lstStyle/>
        <a:p>
          <a:endParaRPr lang="en-US"/>
        </a:p>
      </dgm:t>
    </dgm:pt>
    <dgm:pt modelId="{5FF4C47C-9B7B-4384-B9A8-70ECFB66309E}">
      <dgm:prSet/>
      <dgm:spPr/>
      <dgm:t>
        <a:bodyPr/>
        <a:lstStyle/>
        <a:p>
          <a:r>
            <a:rPr lang="en-US" i="0"/>
            <a:t>total sales volume</a:t>
          </a:r>
          <a:endParaRPr lang="en-US"/>
        </a:p>
      </dgm:t>
    </dgm:pt>
    <dgm:pt modelId="{6B1214EC-763F-4414-B1C9-B551A6D64AD6}" type="parTrans" cxnId="{E0CCC179-256C-4704-AA9F-0C7184E31B1B}">
      <dgm:prSet/>
      <dgm:spPr/>
      <dgm:t>
        <a:bodyPr/>
        <a:lstStyle/>
        <a:p>
          <a:endParaRPr lang="en-US"/>
        </a:p>
      </dgm:t>
    </dgm:pt>
    <dgm:pt modelId="{17E1BD1C-7EFE-4E07-86AB-D5F56E53AB78}" type="sibTrans" cxnId="{E0CCC179-256C-4704-AA9F-0C7184E31B1B}">
      <dgm:prSet/>
      <dgm:spPr/>
      <dgm:t>
        <a:bodyPr/>
        <a:lstStyle/>
        <a:p>
          <a:endParaRPr lang="en-US"/>
        </a:p>
      </dgm:t>
    </dgm:pt>
    <dgm:pt modelId="{76CA8341-DE6B-4395-B9C7-3B6F45B95941}">
      <dgm:prSet/>
      <dgm:spPr/>
      <dgm:t>
        <a:bodyPr/>
        <a:lstStyle/>
        <a:p>
          <a:r>
            <a:rPr lang="en-US" i="0"/>
            <a:t>sales per product</a:t>
          </a:r>
          <a:endParaRPr lang="en-US"/>
        </a:p>
      </dgm:t>
    </dgm:pt>
    <dgm:pt modelId="{42880BEE-ECD4-466E-BE2F-AE8324592CE7}" type="parTrans" cxnId="{C270E136-64CC-4398-8813-BB821888375D}">
      <dgm:prSet/>
      <dgm:spPr/>
      <dgm:t>
        <a:bodyPr/>
        <a:lstStyle/>
        <a:p>
          <a:endParaRPr lang="en-US"/>
        </a:p>
      </dgm:t>
    </dgm:pt>
    <dgm:pt modelId="{B15A85B1-02C0-4F04-AC7B-6F8A1A15F2E0}" type="sibTrans" cxnId="{C270E136-64CC-4398-8813-BB821888375D}">
      <dgm:prSet/>
      <dgm:spPr/>
      <dgm:t>
        <a:bodyPr/>
        <a:lstStyle/>
        <a:p>
          <a:endParaRPr lang="en-US"/>
        </a:p>
      </dgm:t>
    </dgm:pt>
    <dgm:pt modelId="{B278481B-FCFF-4247-AB1F-182FDDFF6693}">
      <dgm:prSet/>
      <dgm:spPr/>
      <dgm:t>
        <a:bodyPr/>
        <a:lstStyle/>
        <a:p>
          <a:r>
            <a:rPr lang="en-US" i="0"/>
            <a:t>number of offers</a:t>
          </a:r>
          <a:endParaRPr lang="en-US"/>
        </a:p>
      </dgm:t>
    </dgm:pt>
    <dgm:pt modelId="{59F188E6-E8C9-46C2-81E7-085D223A8376}" type="parTrans" cxnId="{79624120-7255-4C85-AFE0-CDB85F14B69A}">
      <dgm:prSet/>
      <dgm:spPr/>
      <dgm:t>
        <a:bodyPr/>
        <a:lstStyle/>
        <a:p>
          <a:endParaRPr lang="en-US"/>
        </a:p>
      </dgm:t>
    </dgm:pt>
    <dgm:pt modelId="{BADC1ADC-A0D1-4FC4-9F0F-0D0D67D17EF4}" type="sibTrans" cxnId="{79624120-7255-4C85-AFE0-CDB85F14B69A}">
      <dgm:prSet/>
      <dgm:spPr/>
      <dgm:t>
        <a:bodyPr/>
        <a:lstStyle/>
        <a:p>
          <a:endParaRPr lang="en-US"/>
        </a:p>
      </dgm:t>
    </dgm:pt>
    <dgm:pt modelId="{2369BCB3-B1A7-4C59-B3DB-FCB36CC97C98}">
      <dgm:prSet/>
      <dgm:spPr/>
      <dgm:t>
        <a:bodyPr/>
        <a:lstStyle/>
        <a:p>
          <a:r>
            <a:rPr lang="en-US" i="0"/>
            <a:t>best sellers count, count the amazon choice products and compare it with the best sellers and        other metrics </a:t>
          </a:r>
          <a:endParaRPr lang="en-US"/>
        </a:p>
      </dgm:t>
    </dgm:pt>
    <dgm:pt modelId="{4AB80555-7DB4-4D3F-9C2C-C3CCD677A876}" type="parTrans" cxnId="{871750CB-1192-4BEF-82A1-C27D5A265895}">
      <dgm:prSet/>
      <dgm:spPr/>
      <dgm:t>
        <a:bodyPr/>
        <a:lstStyle/>
        <a:p>
          <a:endParaRPr lang="en-US"/>
        </a:p>
      </dgm:t>
    </dgm:pt>
    <dgm:pt modelId="{648DCD04-D7EE-4672-9476-22D2088054E4}" type="sibTrans" cxnId="{871750CB-1192-4BEF-82A1-C27D5A265895}">
      <dgm:prSet/>
      <dgm:spPr/>
      <dgm:t>
        <a:bodyPr/>
        <a:lstStyle/>
        <a:p>
          <a:endParaRPr lang="en-US"/>
        </a:p>
      </dgm:t>
    </dgm:pt>
    <dgm:pt modelId="{A2CEDEB7-F78D-46DF-A060-E06EB28220F7}">
      <dgm:prSet/>
      <dgm:spPr/>
      <dgm:t>
        <a:bodyPr/>
        <a:lstStyle/>
        <a:p>
          <a:r>
            <a:rPr lang="en-US" i="0"/>
            <a:t>diff between product minimum offer and original price</a:t>
          </a:r>
          <a:endParaRPr lang="en-US"/>
        </a:p>
      </dgm:t>
    </dgm:pt>
    <dgm:pt modelId="{04FC3808-F4F6-4021-917A-A3DD3B4A4E45}" type="parTrans" cxnId="{8A322659-5FA5-4032-B574-2648D0E1F13A}">
      <dgm:prSet/>
      <dgm:spPr/>
      <dgm:t>
        <a:bodyPr/>
        <a:lstStyle/>
        <a:p>
          <a:endParaRPr lang="en-US"/>
        </a:p>
      </dgm:t>
    </dgm:pt>
    <dgm:pt modelId="{6A3E3933-48E6-4C67-82F8-6DC0D0F69301}" type="sibTrans" cxnId="{8A322659-5FA5-4032-B574-2648D0E1F13A}">
      <dgm:prSet/>
      <dgm:spPr/>
      <dgm:t>
        <a:bodyPr/>
        <a:lstStyle/>
        <a:p>
          <a:endParaRPr lang="en-US"/>
        </a:p>
      </dgm:t>
    </dgm:pt>
    <dgm:pt modelId="{D1CC20E8-60B6-4913-8AC8-6ED0BF373B32}">
      <dgm:prSet/>
      <dgm:spPr/>
      <dgm:t>
        <a:bodyPr/>
        <a:lstStyle/>
        <a:p>
          <a:r>
            <a:rPr lang="en-US" i="0"/>
            <a:t>calculate the percentage of climate friendly products</a:t>
          </a:r>
          <a:endParaRPr lang="en-US"/>
        </a:p>
      </dgm:t>
    </dgm:pt>
    <dgm:pt modelId="{D342D48E-FB43-4885-A934-65B35306B5CF}" type="parTrans" cxnId="{732E4DF8-660A-43D9-9E3A-69261FBC874D}">
      <dgm:prSet/>
      <dgm:spPr/>
      <dgm:t>
        <a:bodyPr/>
        <a:lstStyle/>
        <a:p>
          <a:endParaRPr lang="en-US"/>
        </a:p>
      </dgm:t>
    </dgm:pt>
    <dgm:pt modelId="{AFB57C59-86E6-4B6B-A868-DB0C232FD32C}" type="sibTrans" cxnId="{732E4DF8-660A-43D9-9E3A-69261FBC874D}">
      <dgm:prSet/>
      <dgm:spPr/>
      <dgm:t>
        <a:bodyPr/>
        <a:lstStyle/>
        <a:p>
          <a:endParaRPr lang="en-US"/>
        </a:p>
      </dgm:t>
    </dgm:pt>
    <dgm:pt modelId="{97449DEE-2EF3-49C0-9E12-A416B0FAEBD8}" type="pres">
      <dgm:prSet presAssocID="{637A67E7-2B0F-4CBA-A324-BBA645C1915E}" presName="Name0" presStyleCnt="0">
        <dgm:presLayoutVars>
          <dgm:dir/>
          <dgm:resizeHandles val="exact"/>
        </dgm:presLayoutVars>
      </dgm:prSet>
      <dgm:spPr/>
    </dgm:pt>
    <dgm:pt modelId="{C36C1D50-4EEE-40A2-A0A1-5CC4C48A1568}" type="pres">
      <dgm:prSet presAssocID="{EB190C33-3BF9-4A21-B535-64D606252282}" presName="node" presStyleLbl="node1" presStyleIdx="0" presStyleCnt="10">
        <dgm:presLayoutVars>
          <dgm:bulletEnabled val="1"/>
        </dgm:presLayoutVars>
      </dgm:prSet>
      <dgm:spPr/>
    </dgm:pt>
    <dgm:pt modelId="{7052B1F9-8BF5-458F-88A6-3FA8075A3BA3}" type="pres">
      <dgm:prSet presAssocID="{3E430AD9-DBD2-46E7-BF66-09C74A57BE18}" presName="sibTrans" presStyleLbl="sibTrans1D1" presStyleIdx="0" presStyleCnt="9"/>
      <dgm:spPr/>
    </dgm:pt>
    <dgm:pt modelId="{6EF7EB2B-427D-429F-8592-C968740CF488}" type="pres">
      <dgm:prSet presAssocID="{3E430AD9-DBD2-46E7-BF66-09C74A57BE18}" presName="connectorText" presStyleLbl="sibTrans1D1" presStyleIdx="0" presStyleCnt="9"/>
      <dgm:spPr/>
    </dgm:pt>
    <dgm:pt modelId="{11BABCB3-4F24-4007-AD1D-6F46133013F6}" type="pres">
      <dgm:prSet presAssocID="{BE3FAB3E-D626-48C4-8266-36C92D2228F7}" presName="node" presStyleLbl="node1" presStyleIdx="1" presStyleCnt="10">
        <dgm:presLayoutVars>
          <dgm:bulletEnabled val="1"/>
        </dgm:presLayoutVars>
      </dgm:prSet>
      <dgm:spPr/>
    </dgm:pt>
    <dgm:pt modelId="{1AFEB9DF-503F-43FD-8775-0ABF697199CE}" type="pres">
      <dgm:prSet presAssocID="{C63440F4-7F92-4BE2-BF02-E4A4DE05D3FB}" presName="sibTrans" presStyleLbl="sibTrans1D1" presStyleIdx="1" presStyleCnt="9"/>
      <dgm:spPr/>
    </dgm:pt>
    <dgm:pt modelId="{01E4F0DD-7E53-450C-87EB-5CB638ADBC6B}" type="pres">
      <dgm:prSet presAssocID="{C63440F4-7F92-4BE2-BF02-E4A4DE05D3FB}" presName="connectorText" presStyleLbl="sibTrans1D1" presStyleIdx="1" presStyleCnt="9"/>
      <dgm:spPr/>
    </dgm:pt>
    <dgm:pt modelId="{6746DBEC-603F-46B0-9472-5EBC242393C3}" type="pres">
      <dgm:prSet presAssocID="{15C21B0B-7BE0-4E9C-83E5-05AACD538F8A}" presName="node" presStyleLbl="node1" presStyleIdx="2" presStyleCnt="10">
        <dgm:presLayoutVars>
          <dgm:bulletEnabled val="1"/>
        </dgm:presLayoutVars>
      </dgm:prSet>
      <dgm:spPr/>
    </dgm:pt>
    <dgm:pt modelId="{2BF3D2C7-85F2-489E-907E-3FB1137881D2}" type="pres">
      <dgm:prSet presAssocID="{F66963EB-0904-4AA0-924B-45CCD2B29549}" presName="sibTrans" presStyleLbl="sibTrans1D1" presStyleIdx="2" presStyleCnt="9"/>
      <dgm:spPr/>
    </dgm:pt>
    <dgm:pt modelId="{9BB5971F-F58A-409D-B0E4-4F82E26C17EA}" type="pres">
      <dgm:prSet presAssocID="{F66963EB-0904-4AA0-924B-45CCD2B29549}" presName="connectorText" presStyleLbl="sibTrans1D1" presStyleIdx="2" presStyleCnt="9"/>
      <dgm:spPr/>
    </dgm:pt>
    <dgm:pt modelId="{5C3D254F-72D1-46BE-8190-50297EE77465}" type="pres">
      <dgm:prSet presAssocID="{F0027FAF-0F77-41F7-ADAA-542757935BE7}" presName="node" presStyleLbl="node1" presStyleIdx="3" presStyleCnt="10">
        <dgm:presLayoutVars>
          <dgm:bulletEnabled val="1"/>
        </dgm:presLayoutVars>
      </dgm:prSet>
      <dgm:spPr/>
    </dgm:pt>
    <dgm:pt modelId="{A0508964-5828-426D-9601-CB22EE8FC9D3}" type="pres">
      <dgm:prSet presAssocID="{78BB0344-1591-4D8B-9578-BD26B982E57D}" presName="sibTrans" presStyleLbl="sibTrans1D1" presStyleIdx="3" presStyleCnt="9"/>
      <dgm:spPr/>
    </dgm:pt>
    <dgm:pt modelId="{3B7D82AC-C187-4586-9C1B-1182CB6F2086}" type="pres">
      <dgm:prSet presAssocID="{78BB0344-1591-4D8B-9578-BD26B982E57D}" presName="connectorText" presStyleLbl="sibTrans1D1" presStyleIdx="3" presStyleCnt="9"/>
      <dgm:spPr/>
    </dgm:pt>
    <dgm:pt modelId="{246F7F0A-4E30-40E0-9418-5A1AD5762F9D}" type="pres">
      <dgm:prSet presAssocID="{5FF4C47C-9B7B-4384-B9A8-70ECFB66309E}" presName="node" presStyleLbl="node1" presStyleIdx="4" presStyleCnt="10">
        <dgm:presLayoutVars>
          <dgm:bulletEnabled val="1"/>
        </dgm:presLayoutVars>
      </dgm:prSet>
      <dgm:spPr/>
    </dgm:pt>
    <dgm:pt modelId="{8EE5DDA8-D669-483E-9FBD-6AB106AC09BC}" type="pres">
      <dgm:prSet presAssocID="{17E1BD1C-7EFE-4E07-86AB-D5F56E53AB78}" presName="sibTrans" presStyleLbl="sibTrans1D1" presStyleIdx="4" presStyleCnt="9"/>
      <dgm:spPr/>
    </dgm:pt>
    <dgm:pt modelId="{7445163F-4353-4EA3-B15D-3C0B854FAAB1}" type="pres">
      <dgm:prSet presAssocID="{17E1BD1C-7EFE-4E07-86AB-D5F56E53AB78}" presName="connectorText" presStyleLbl="sibTrans1D1" presStyleIdx="4" presStyleCnt="9"/>
      <dgm:spPr/>
    </dgm:pt>
    <dgm:pt modelId="{2DB553EE-B9EF-4DD4-A027-32140D166A8D}" type="pres">
      <dgm:prSet presAssocID="{76CA8341-DE6B-4395-B9C7-3B6F45B95941}" presName="node" presStyleLbl="node1" presStyleIdx="5" presStyleCnt="10">
        <dgm:presLayoutVars>
          <dgm:bulletEnabled val="1"/>
        </dgm:presLayoutVars>
      </dgm:prSet>
      <dgm:spPr/>
    </dgm:pt>
    <dgm:pt modelId="{43279CE6-E3D4-4818-B727-235BEB660678}" type="pres">
      <dgm:prSet presAssocID="{B15A85B1-02C0-4F04-AC7B-6F8A1A15F2E0}" presName="sibTrans" presStyleLbl="sibTrans1D1" presStyleIdx="5" presStyleCnt="9"/>
      <dgm:spPr/>
    </dgm:pt>
    <dgm:pt modelId="{19B5C690-BEB1-40EC-AB35-4A9C1971A9C8}" type="pres">
      <dgm:prSet presAssocID="{B15A85B1-02C0-4F04-AC7B-6F8A1A15F2E0}" presName="connectorText" presStyleLbl="sibTrans1D1" presStyleIdx="5" presStyleCnt="9"/>
      <dgm:spPr/>
    </dgm:pt>
    <dgm:pt modelId="{2FA1F382-ECF1-435D-9AAB-96C410FEB4B2}" type="pres">
      <dgm:prSet presAssocID="{B278481B-FCFF-4247-AB1F-182FDDFF6693}" presName="node" presStyleLbl="node1" presStyleIdx="6" presStyleCnt="10">
        <dgm:presLayoutVars>
          <dgm:bulletEnabled val="1"/>
        </dgm:presLayoutVars>
      </dgm:prSet>
      <dgm:spPr/>
    </dgm:pt>
    <dgm:pt modelId="{E80C128A-169D-42E5-A233-9D1E1CA4D76E}" type="pres">
      <dgm:prSet presAssocID="{BADC1ADC-A0D1-4FC4-9F0F-0D0D67D17EF4}" presName="sibTrans" presStyleLbl="sibTrans1D1" presStyleIdx="6" presStyleCnt="9"/>
      <dgm:spPr/>
    </dgm:pt>
    <dgm:pt modelId="{8BCC5EF2-45B3-48D6-856D-C701CE9E3883}" type="pres">
      <dgm:prSet presAssocID="{BADC1ADC-A0D1-4FC4-9F0F-0D0D67D17EF4}" presName="connectorText" presStyleLbl="sibTrans1D1" presStyleIdx="6" presStyleCnt="9"/>
      <dgm:spPr/>
    </dgm:pt>
    <dgm:pt modelId="{B4B4ACB0-5569-4F51-AF4C-6555E65401DC}" type="pres">
      <dgm:prSet presAssocID="{2369BCB3-B1A7-4C59-B3DB-FCB36CC97C98}" presName="node" presStyleLbl="node1" presStyleIdx="7" presStyleCnt="10">
        <dgm:presLayoutVars>
          <dgm:bulletEnabled val="1"/>
        </dgm:presLayoutVars>
      </dgm:prSet>
      <dgm:spPr/>
    </dgm:pt>
    <dgm:pt modelId="{674E2757-1593-408A-BA1D-77CF49B93F14}" type="pres">
      <dgm:prSet presAssocID="{648DCD04-D7EE-4672-9476-22D2088054E4}" presName="sibTrans" presStyleLbl="sibTrans1D1" presStyleIdx="7" presStyleCnt="9"/>
      <dgm:spPr/>
    </dgm:pt>
    <dgm:pt modelId="{3A25C9BD-9A38-4F43-8242-6F4C843E4E21}" type="pres">
      <dgm:prSet presAssocID="{648DCD04-D7EE-4672-9476-22D2088054E4}" presName="connectorText" presStyleLbl="sibTrans1D1" presStyleIdx="7" presStyleCnt="9"/>
      <dgm:spPr/>
    </dgm:pt>
    <dgm:pt modelId="{006117FD-CC30-4BD1-8D93-0FA1294FAD46}" type="pres">
      <dgm:prSet presAssocID="{A2CEDEB7-F78D-46DF-A060-E06EB28220F7}" presName="node" presStyleLbl="node1" presStyleIdx="8" presStyleCnt="10">
        <dgm:presLayoutVars>
          <dgm:bulletEnabled val="1"/>
        </dgm:presLayoutVars>
      </dgm:prSet>
      <dgm:spPr/>
    </dgm:pt>
    <dgm:pt modelId="{47428410-CFAA-48E7-9AAD-38F069A5CF29}" type="pres">
      <dgm:prSet presAssocID="{6A3E3933-48E6-4C67-82F8-6DC0D0F69301}" presName="sibTrans" presStyleLbl="sibTrans1D1" presStyleIdx="8" presStyleCnt="9"/>
      <dgm:spPr/>
    </dgm:pt>
    <dgm:pt modelId="{19AC074B-5023-4F05-81BB-CBBED2F5DE67}" type="pres">
      <dgm:prSet presAssocID="{6A3E3933-48E6-4C67-82F8-6DC0D0F69301}" presName="connectorText" presStyleLbl="sibTrans1D1" presStyleIdx="8" presStyleCnt="9"/>
      <dgm:spPr/>
    </dgm:pt>
    <dgm:pt modelId="{4B196C10-6C63-4E0D-9ED4-AD51ABEBD8DE}" type="pres">
      <dgm:prSet presAssocID="{D1CC20E8-60B6-4913-8AC8-6ED0BF373B32}" presName="node" presStyleLbl="node1" presStyleIdx="9" presStyleCnt="10">
        <dgm:presLayoutVars>
          <dgm:bulletEnabled val="1"/>
        </dgm:presLayoutVars>
      </dgm:prSet>
      <dgm:spPr/>
    </dgm:pt>
  </dgm:ptLst>
  <dgm:cxnLst>
    <dgm:cxn modelId="{CCF0460E-E0CB-4DE4-A5DE-56D77B72BEDC}" type="presOf" srcId="{2369BCB3-B1A7-4C59-B3DB-FCB36CC97C98}" destId="{B4B4ACB0-5569-4F51-AF4C-6555E65401DC}" srcOrd="0" destOrd="0" presId="urn:microsoft.com/office/officeart/2016/7/layout/RepeatingBendingProcessNew"/>
    <dgm:cxn modelId="{BBF01A14-07A3-4A3F-95F9-AAF2616140A4}" type="presOf" srcId="{648DCD04-D7EE-4672-9476-22D2088054E4}" destId="{674E2757-1593-408A-BA1D-77CF49B93F14}" srcOrd="0" destOrd="0" presId="urn:microsoft.com/office/officeart/2016/7/layout/RepeatingBendingProcessNew"/>
    <dgm:cxn modelId="{79624120-7255-4C85-AFE0-CDB85F14B69A}" srcId="{637A67E7-2B0F-4CBA-A324-BBA645C1915E}" destId="{B278481B-FCFF-4247-AB1F-182FDDFF6693}" srcOrd="6" destOrd="0" parTransId="{59F188E6-E8C9-46C2-81E7-085D223A8376}" sibTransId="{BADC1ADC-A0D1-4FC4-9F0F-0D0D67D17EF4}"/>
    <dgm:cxn modelId="{2E244E20-2DA6-46BD-8A37-ADDAE7192BD5}" type="presOf" srcId="{648DCD04-D7EE-4672-9476-22D2088054E4}" destId="{3A25C9BD-9A38-4F43-8242-6F4C843E4E21}" srcOrd="1" destOrd="0" presId="urn:microsoft.com/office/officeart/2016/7/layout/RepeatingBendingProcessNew"/>
    <dgm:cxn modelId="{09B6DF25-B1E3-4BB9-BE2A-7DC796C2739E}" type="presOf" srcId="{BADC1ADC-A0D1-4FC4-9F0F-0D0D67D17EF4}" destId="{E80C128A-169D-42E5-A233-9D1E1CA4D76E}" srcOrd="0" destOrd="0" presId="urn:microsoft.com/office/officeart/2016/7/layout/RepeatingBendingProcessNew"/>
    <dgm:cxn modelId="{82FE7928-FC9A-43A2-AFCA-E0E318419AF7}" type="presOf" srcId="{BE3FAB3E-D626-48C4-8266-36C92D2228F7}" destId="{11BABCB3-4F24-4007-AD1D-6F46133013F6}" srcOrd="0" destOrd="0" presId="urn:microsoft.com/office/officeart/2016/7/layout/RepeatingBendingProcessNew"/>
    <dgm:cxn modelId="{4D10B034-1E1A-407E-8F0F-B6A004EB3EEE}" type="presOf" srcId="{F66963EB-0904-4AA0-924B-45CCD2B29549}" destId="{2BF3D2C7-85F2-489E-907E-3FB1137881D2}" srcOrd="0" destOrd="0" presId="urn:microsoft.com/office/officeart/2016/7/layout/RepeatingBendingProcessNew"/>
    <dgm:cxn modelId="{C270E136-64CC-4398-8813-BB821888375D}" srcId="{637A67E7-2B0F-4CBA-A324-BBA645C1915E}" destId="{76CA8341-DE6B-4395-B9C7-3B6F45B95941}" srcOrd="5" destOrd="0" parTransId="{42880BEE-ECD4-466E-BE2F-AE8324592CE7}" sibTransId="{B15A85B1-02C0-4F04-AC7B-6F8A1A15F2E0}"/>
    <dgm:cxn modelId="{26767C3D-A244-477C-8BDA-A5844402C774}" type="presOf" srcId="{D1CC20E8-60B6-4913-8AC8-6ED0BF373B32}" destId="{4B196C10-6C63-4E0D-9ED4-AD51ABEBD8DE}" srcOrd="0" destOrd="0" presId="urn:microsoft.com/office/officeart/2016/7/layout/RepeatingBendingProcessNew"/>
    <dgm:cxn modelId="{84628C3F-CBE4-4A38-92D7-607655F4DAF6}" type="presOf" srcId="{B15A85B1-02C0-4F04-AC7B-6F8A1A15F2E0}" destId="{19B5C690-BEB1-40EC-AB35-4A9C1971A9C8}" srcOrd="1" destOrd="0" presId="urn:microsoft.com/office/officeart/2016/7/layout/RepeatingBendingProcessNew"/>
    <dgm:cxn modelId="{47D1035F-4094-4FD1-8973-D0FEB42C930B}" type="presOf" srcId="{78BB0344-1591-4D8B-9578-BD26B982E57D}" destId="{A0508964-5828-426D-9601-CB22EE8FC9D3}" srcOrd="0" destOrd="0" presId="urn:microsoft.com/office/officeart/2016/7/layout/RepeatingBendingProcessNew"/>
    <dgm:cxn modelId="{A25CD166-1B16-4734-AC9A-B9EB7082BD31}" type="presOf" srcId="{3E430AD9-DBD2-46E7-BF66-09C74A57BE18}" destId="{6EF7EB2B-427D-429F-8592-C968740CF488}" srcOrd="1" destOrd="0" presId="urn:microsoft.com/office/officeart/2016/7/layout/RepeatingBendingProcessNew"/>
    <dgm:cxn modelId="{25339768-1387-483C-8B16-27A5164A2C97}" srcId="{637A67E7-2B0F-4CBA-A324-BBA645C1915E}" destId="{F0027FAF-0F77-41F7-ADAA-542757935BE7}" srcOrd="3" destOrd="0" parTransId="{C420B6C5-8197-468A-876B-37D7C7520EC4}" sibTransId="{78BB0344-1591-4D8B-9578-BD26B982E57D}"/>
    <dgm:cxn modelId="{F6224D4A-FF68-4D88-9727-D7296BE11D91}" type="presOf" srcId="{78BB0344-1591-4D8B-9578-BD26B982E57D}" destId="{3B7D82AC-C187-4586-9C1B-1182CB6F2086}" srcOrd="1" destOrd="0" presId="urn:microsoft.com/office/officeart/2016/7/layout/RepeatingBendingProcessNew"/>
    <dgm:cxn modelId="{3E12026F-766A-4237-B649-7FA3807F8A08}" type="presOf" srcId="{BADC1ADC-A0D1-4FC4-9F0F-0D0D67D17EF4}" destId="{8BCC5EF2-45B3-48D6-856D-C701CE9E3883}" srcOrd="1" destOrd="0" presId="urn:microsoft.com/office/officeart/2016/7/layout/RepeatingBendingProcessNew"/>
    <dgm:cxn modelId="{C91F2470-E489-4BB3-BD5A-10018D367BB5}" type="presOf" srcId="{76CA8341-DE6B-4395-B9C7-3B6F45B95941}" destId="{2DB553EE-B9EF-4DD4-A027-32140D166A8D}" srcOrd="0" destOrd="0" presId="urn:microsoft.com/office/officeart/2016/7/layout/RepeatingBendingProcessNew"/>
    <dgm:cxn modelId="{99061052-F92C-411B-96FE-DDF92E115E4A}" type="presOf" srcId="{637A67E7-2B0F-4CBA-A324-BBA645C1915E}" destId="{97449DEE-2EF3-49C0-9E12-A416B0FAEBD8}" srcOrd="0" destOrd="0" presId="urn:microsoft.com/office/officeart/2016/7/layout/RepeatingBendingProcessNew"/>
    <dgm:cxn modelId="{8A322659-5FA5-4032-B574-2648D0E1F13A}" srcId="{637A67E7-2B0F-4CBA-A324-BBA645C1915E}" destId="{A2CEDEB7-F78D-46DF-A060-E06EB28220F7}" srcOrd="8" destOrd="0" parTransId="{04FC3808-F4F6-4021-917A-A3DD3B4A4E45}" sibTransId="{6A3E3933-48E6-4C67-82F8-6DC0D0F69301}"/>
    <dgm:cxn modelId="{E0CCC179-256C-4704-AA9F-0C7184E31B1B}" srcId="{637A67E7-2B0F-4CBA-A324-BBA645C1915E}" destId="{5FF4C47C-9B7B-4384-B9A8-70ECFB66309E}" srcOrd="4" destOrd="0" parTransId="{6B1214EC-763F-4414-B1C9-B551A6D64AD6}" sibTransId="{17E1BD1C-7EFE-4E07-86AB-D5F56E53AB78}"/>
    <dgm:cxn modelId="{D3EE0F83-4CDF-40BB-A159-8F0DA6303E73}" type="presOf" srcId="{EB190C33-3BF9-4A21-B535-64D606252282}" destId="{C36C1D50-4EEE-40A2-A0A1-5CC4C48A1568}" srcOrd="0" destOrd="0" presId="urn:microsoft.com/office/officeart/2016/7/layout/RepeatingBendingProcessNew"/>
    <dgm:cxn modelId="{22D87F9E-B3F1-4C97-B173-17991FBAA0B0}" type="presOf" srcId="{17E1BD1C-7EFE-4E07-86AB-D5F56E53AB78}" destId="{7445163F-4353-4EA3-B15D-3C0B854FAAB1}" srcOrd="1" destOrd="0" presId="urn:microsoft.com/office/officeart/2016/7/layout/RepeatingBendingProcessNew"/>
    <dgm:cxn modelId="{2B38B5A4-6CB2-4E71-B06D-A5427E296115}" srcId="{637A67E7-2B0F-4CBA-A324-BBA645C1915E}" destId="{15C21B0B-7BE0-4E9C-83E5-05AACD538F8A}" srcOrd="2" destOrd="0" parTransId="{F56EC444-BC43-475A-A9C2-A005BE4E259E}" sibTransId="{F66963EB-0904-4AA0-924B-45CCD2B29549}"/>
    <dgm:cxn modelId="{EBF437B7-4601-4F5A-BF99-7BEAFE2A69E3}" type="presOf" srcId="{6A3E3933-48E6-4C67-82F8-6DC0D0F69301}" destId="{19AC074B-5023-4F05-81BB-CBBED2F5DE67}" srcOrd="1" destOrd="0" presId="urn:microsoft.com/office/officeart/2016/7/layout/RepeatingBendingProcessNew"/>
    <dgm:cxn modelId="{878D00BF-0C35-4BA7-9021-C9FB85799C96}" type="presOf" srcId="{C63440F4-7F92-4BE2-BF02-E4A4DE05D3FB}" destId="{1AFEB9DF-503F-43FD-8775-0ABF697199CE}" srcOrd="0" destOrd="0" presId="urn:microsoft.com/office/officeart/2016/7/layout/RepeatingBendingProcessNew"/>
    <dgm:cxn modelId="{2D030FC0-D71D-4A84-8013-05F18B3F4EBD}" type="presOf" srcId="{6A3E3933-48E6-4C67-82F8-6DC0D0F69301}" destId="{47428410-CFAA-48E7-9AAD-38F069A5CF29}" srcOrd="0" destOrd="0" presId="urn:microsoft.com/office/officeart/2016/7/layout/RepeatingBendingProcessNew"/>
    <dgm:cxn modelId="{171A7EC4-855B-4F1D-AE99-17DAC91225CA}" type="presOf" srcId="{F66963EB-0904-4AA0-924B-45CCD2B29549}" destId="{9BB5971F-F58A-409D-B0E4-4F82E26C17EA}" srcOrd="1" destOrd="0" presId="urn:microsoft.com/office/officeart/2016/7/layout/RepeatingBendingProcessNew"/>
    <dgm:cxn modelId="{871750CB-1192-4BEF-82A1-C27D5A265895}" srcId="{637A67E7-2B0F-4CBA-A324-BBA645C1915E}" destId="{2369BCB3-B1A7-4C59-B3DB-FCB36CC97C98}" srcOrd="7" destOrd="0" parTransId="{4AB80555-7DB4-4D3F-9C2C-C3CCD677A876}" sibTransId="{648DCD04-D7EE-4672-9476-22D2088054E4}"/>
    <dgm:cxn modelId="{3FB0DECE-7A2D-481B-80F0-ABEC006B68E3}" type="presOf" srcId="{F0027FAF-0F77-41F7-ADAA-542757935BE7}" destId="{5C3D254F-72D1-46BE-8190-50297EE77465}" srcOrd="0" destOrd="0" presId="urn:microsoft.com/office/officeart/2016/7/layout/RepeatingBendingProcessNew"/>
    <dgm:cxn modelId="{AC4FEDD7-52AE-4C52-A93E-0F2E3A05FD97}" type="presOf" srcId="{A2CEDEB7-F78D-46DF-A060-E06EB28220F7}" destId="{006117FD-CC30-4BD1-8D93-0FA1294FAD46}" srcOrd="0" destOrd="0" presId="urn:microsoft.com/office/officeart/2016/7/layout/RepeatingBendingProcessNew"/>
    <dgm:cxn modelId="{8C66D3D9-9640-472A-9C23-E3094E0FB3CA}" type="presOf" srcId="{C63440F4-7F92-4BE2-BF02-E4A4DE05D3FB}" destId="{01E4F0DD-7E53-450C-87EB-5CB638ADBC6B}" srcOrd="1" destOrd="0" presId="urn:microsoft.com/office/officeart/2016/7/layout/RepeatingBendingProcessNew"/>
    <dgm:cxn modelId="{213D41E1-EB93-4A0A-9B25-04E9FCC5BC39}" type="presOf" srcId="{3E430AD9-DBD2-46E7-BF66-09C74A57BE18}" destId="{7052B1F9-8BF5-458F-88A6-3FA8075A3BA3}" srcOrd="0" destOrd="0" presId="urn:microsoft.com/office/officeart/2016/7/layout/RepeatingBendingProcessNew"/>
    <dgm:cxn modelId="{552B7AE5-718F-4BDA-8F5D-EA284F0CBD4F}" type="presOf" srcId="{5FF4C47C-9B7B-4384-B9A8-70ECFB66309E}" destId="{246F7F0A-4E30-40E0-9418-5A1AD5762F9D}" srcOrd="0" destOrd="0" presId="urn:microsoft.com/office/officeart/2016/7/layout/RepeatingBendingProcessNew"/>
    <dgm:cxn modelId="{09E196E7-AC37-41B1-B3AF-E2B54912ED7E}" srcId="{637A67E7-2B0F-4CBA-A324-BBA645C1915E}" destId="{BE3FAB3E-D626-48C4-8266-36C92D2228F7}" srcOrd="1" destOrd="0" parTransId="{4F304262-EDE0-41DC-A0FB-16DAB0B896EB}" sibTransId="{C63440F4-7F92-4BE2-BF02-E4A4DE05D3FB}"/>
    <dgm:cxn modelId="{2E7FBDE7-1B51-45A3-B282-CBAD39DAAC13}" type="presOf" srcId="{B278481B-FCFF-4247-AB1F-182FDDFF6693}" destId="{2FA1F382-ECF1-435D-9AAB-96C410FEB4B2}" srcOrd="0" destOrd="0" presId="urn:microsoft.com/office/officeart/2016/7/layout/RepeatingBendingProcessNew"/>
    <dgm:cxn modelId="{65E53FEE-CC5C-4B5D-81BA-B18EFEA3D7F4}" type="presOf" srcId="{B15A85B1-02C0-4F04-AC7B-6F8A1A15F2E0}" destId="{43279CE6-E3D4-4818-B727-235BEB660678}" srcOrd="0" destOrd="0" presId="urn:microsoft.com/office/officeart/2016/7/layout/RepeatingBendingProcessNew"/>
    <dgm:cxn modelId="{F216E2EF-81ED-49F7-AFEB-1005A75D0C58}" type="presOf" srcId="{15C21B0B-7BE0-4E9C-83E5-05AACD538F8A}" destId="{6746DBEC-603F-46B0-9472-5EBC242393C3}" srcOrd="0" destOrd="0" presId="urn:microsoft.com/office/officeart/2016/7/layout/RepeatingBendingProcessNew"/>
    <dgm:cxn modelId="{732E4DF8-660A-43D9-9E3A-69261FBC874D}" srcId="{637A67E7-2B0F-4CBA-A324-BBA645C1915E}" destId="{D1CC20E8-60B6-4913-8AC8-6ED0BF373B32}" srcOrd="9" destOrd="0" parTransId="{D342D48E-FB43-4885-A934-65B35306B5CF}" sibTransId="{AFB57C59-86E6-4B6B-A868-DB0C232FD32C}"/>
    <dgm:cxn modelId="{072F32FB-E711-448F-9AEE-1EDAC4ABD484}" srcId="{637A67E7-2B0F-4CBA-A324-BBA645C1915E}" destId="{EB190C33-3BF9-4A21-B535-64D606252282}" srcOrd="0" destOrd="0" parTransId="{52A76A0C-5E49-4845-851E-A49AF9885A5F}" sibTransId="{3E430AD9-DBD2-46E7-BF66-09C74A57BE18}"/>
    <dgm:cxn modelId="{E9C557FC-6CE4-4124-9D19-1364CE8C59A2}" type="presOf" srcId="{17E1BD1C-7EFE-4E07-86AB-D5F56E53AB78}" destId="{8EE5DDA8-D669-483E-9FBD-6AB106AC09BC}" srcOrd="0" destOrd="0" presId="urn:microsoft.com/office/officeart/2016/7/layout/RepeatingBendingProcessNew"/>
    <dgm:cxn modelId="{7BAB7D38-6B8E-4587-9CC9-3277C93EE702}" type="presParOf" srcId="{97449DEE-2EF3-49C0-9E12-A416B0FAEBD8}" destId="{C36C1D50-4EEE-40A2-A0A1-5CC4C48A1568}" srcOrd="0" destOrd="0" presId="urn:microsoft.com/office/officeart/2016/7/layout/RepeatingBendingProcessNew"/>
    <dgm:cxn modelId="{4A143913-0648-485E-A5DE-17034DECBE4E}" type="presParOf" srcId="{97449DEE-2EF3-49C0-9E12-A416B0FAEBD8}" destId="{7052B1F9-8BF5-458F-88A6-3FA8075A3BA3}" srcOrd="1" destOrd="0" presId="urn:microsoft.com/office/officeart/2016/7/layout/RepeatingBendingProcessNew"/>
    <dgm:cxn modelId="{94EDC803-AF86-495C-A549-038E4C006C27}" type="presParOf" srcId="{7052B1F9-8BF5-458F-88A6-3FA8075A3BA3}" destId="{6EF7EB2B-427D-429F-8592-C968740CF488}" srcOrd="0" destOrd="0" presId="urn:microsoft.com/office/officeart/2016/7/layout/RepeatingBendingProcessNew"/>
    <dgm:cxn modelId="{B0FB28F3-5749-4B5F-8FCD-7DEEE262199A}" type="presParOf" srcId="{97449DEE-2EF3-49C0-9E12-A416B0FAEBD8}" destId="{11BABCB3-4F24-4007-AD1D-6F46133013F6}" srcOrd="2" destOrd="0" presId="urn:microsoft.com/office/officeart/2016/7/layout/RepeatingBendingProcessNew"/>
    <dgm:cxn modelId="{7E88196D-EF50-4140-AB8C-7B42929827DD}" type="presParOf" srcId="{97449DEE-2EF3-49C0-9E12-A416B0FAEBD8}" destId="{1AFEB9DF-503F-43FD-8775-0ABF697199CE}" srcOrd="3" destOrd="0" presId="urn:microsoft.com/office/officeart/2016/7/layout/RepeatingBendingProcessNew"/>
    <dgm:cxn modelId="{E16E81A7-32CC-490A-A7D3-32DC010EB1AF}" type="presParOf" srcId="{1AFEB9DF-503F-43FD-8775-0ABF697199CE}" destId="{01E4F0DD-7E53-450C-87EB-5CB638ADBC6B}" srcOrd="0" destOrd="0" presId="urn:microsoft.com/office/officeart/2016/7/layout/RepeatingBendingProcessNew"/>
    <dgm:cxn modelId="{6E910655-3458-46E3-8001-62995D1B24A9}" type="presParOf" srcId="{97449DEE-2EF3-49C0-9E12-A416B0FAEBD8}" destId="{6746DBEC-603F-46B0-9472-5EBC242393C3}" srcOrd="4" destOrd="0" presId="urn:microsoft.com/office/officeart/2016/7/layout/RepeatingBendingProcessNew"/>
    <dgm:cxn modelId="{56E66EB4-6AFD-4B50-9D1B-9A432EAAA0D3}" type="presParOf" srcId="{97449DEE-2EF3-49C0-9E12-A416B0FAEBD8}" destId="{2BF3D2C7-85F2-489E-907E-3FB1137881D2}" srcOrd="5" destOrd="0" presId="urn:microsoft.com/office/officeart/2016/7/layout/RepeatingBendingProcessNew"/>
    <dgm:cxn modelId="{1D2B349C-45E1-4AD6-88E3-F5F962BEFEAC}" type="presParOf" srcId="{2BF3D2C7-85F2-489E-907E-3FB1137881D2}" destId="{9BB5971F-F58A-409D-B0E4-4F82E26C17EA}" srcOrd="0" destOrd="0" presId="urn:microsoft.com/office/officeart/2016/7/layout/RepeatingBendingProcessNew"/>
    <dgm:cxn modelId="{9A536E15-FF09-46F7-B011-DCC070B57109}" type="presParOf" srcId="{97449DEE-2EF3-49C0-9E12-A416B0FAEBD8}" destId="{5C3D254F-72D1-46BE-8190-50297EE77465}" srcOrd="6" destOrd="0" presId="urn:microsoft.com/office/officeart/2016/7/layout/RepeatingBendingProcessNew"/>
    <dgm:cxn modelId="{B1ECFD80-9819-423E-B241-278571C8BD6B}" type="presParOf" srcId="{97449DEE-2EF3-49C0-9E12-A416B0FAEBD8}" destId="{A0508964-5828-426D-9601-CB22EE8FC9D3}" srcOrd="7" destOrd="0" presId="urn:microsoft.com/office/officeart/2016/7/layout/RepeatingBendingProcessNew"/>
    <dgm:cxn modelId="{B1FF8770-8578-4023-9D16-9E70428FD33C}" type="presParOf" srcId="{A0508964-5828-426D-9601-CB22EE8FC9D3}" destId="{3B7D82AC-C187-4586-9C1B-1182CB6F2086}" srcOrd="0" destOrd="0" presId="urn:microsoft.com/office/officeart/2016/7/layout/RepeatingBendingProcessNew"/>
    <dgm:cxn modelId="{46978693-9DD3-4405-B5EB-38065BEF1433}" type="presParOf" srcId="{97449DEE-2EF3-49C0-9E12-A416B0FAEBD8}" destId="{246F7F0A-4E30-40E0-9418-5A1AD5762F9D}" srcOrd="8" destOrd="0" presId="urn:microsoft.com/office/officeart/2016/7/layout/RepeatingBendingProcessNew"/>
    <dgm:cxn modelId="{9F82C753-43A8-49E5-99BA-6CE4F2F0EEC2}" type="presParOf" srcId="{97449DEE-2EF3-49C0-9E12-A416B0FAEBD8}" destId="{8EE5DDA8-D669-483E-9FBD-6AB106AC09BC}" srcOrd="9" destOrd="0" presId="urn:microsoft.com/office/officeart/2016/7/layout/RepeatingBendingProcessNew"/>
    <dgm:cxn modelId="{AEC0796C-0C93-4C9A-A601-B4178E5F0F9A}" type="presParOf" srcId="{8EE5DDA8-D669-483E-9FBD-6AB106AC09BC}" destId="{7445163F-4353-4EA3-B15D-3C0B854FAAB1}" srcOrd="0" destOrd="0" presId="urn:microsoft.com/office/officeart/2016/7/layout/RepeatingBendingProcessNew"/>
    <dgm:cxn modelId="{7E2D28DC-DE94-49D3-AC08-A636C1A309C5}" type="presParOf" srcId="{97449DEE-2EF3-49C0-9E12-A416B0FAEBD8}" destId="{2DB553EE-B9EF-4DD4-A027-32140D166A8D}" srcOrd="10" destOrd="0" presId="urn:microsoft.com/office/officeart/2016/7/layout/RepeatingBendingProcessNew"/>
    <dgm:cxn modelId="{4E1F9A89-0AA3-4210-8A74-A02F1AA6B013}" type="presParOf" srcId="{97449DEE-2EF3-49C0-9E12-A416B0FAEBD8}" destId="{43279CE6-E3D4-4818-B727-235BEB660678}" srcOrd="11" destOrd="0" presId="urn:microsoft.com/office/officeart/2016/7/layout/RepeatingBendingProcessNew"/>
    <dgm:cxn modelId="{A7F72051-511A-47DA-8D98-9ECE298AAEAA}" type="presParOf" srcId="{43279CE6-E3D4-4818-B727-235BEB660678}" destId="{19B5C690-BEB1-40EC-AB35-4A9C1971A9C8}" srcOrd="0" destOrd="0" presId="urn:microsoft.com/office/officeart/2016/7/layout/RepeatingBendingProcessNew"/>
    <dgm:cxn modelId="{C050A0ED-63AB-4FEB-9262-D4271D8C0C2C}" type="presParOf" srcId="{97449DEE-2EF3-49C0-9E12-A416B0FAEBD8}" destId="{2FA1F382-ECF1-435D-9AAB-96C410FEB4B2}" srcOrd="12" destOrd="0" presId="urn:microsoft.com/office/officeart/2016/7/layout/RepeatingBendingProcessNew"/>
    <dgm:cxn modelId="{50C3F223-640E-415C-A7F1-695E24B90D6E}" type="presParOf" srcId="{97449DEE-2EF3-49C0-9E12-A416B0FAEBD8}" destId="{E80C128A-169D-42E5-A233-9D1E1CA4D76E}" srcOrd="13" destOrd="0" presId="urn:microsoft.com/office/officeart/2016/7/layout/RepeatingBendingProcessNew"/>
    <dgm:cxn modelId="{76BC1B09-504D-4489-8AB1-39D84288BCF3}" type="presParOf" srcId="{E80C128A-169D-42E5-A233-9D1E1CA4D76E}" destId="{8BCC5EF2-45B3-48D6-856D-C701CE9E3883}" srcOrd="0" destOrd="0" presId="urn:microsoft.com/office/officeart/2016/7/layout/RepeatingBendingProcessNew"/>
    <dgm:cxn modelId="{21078BB5-AB4B-439B-BCF7-02B90CC4991F}" type="presParOf" srcId="{97449DEE-2EF3-49C0-9E12-A416B0FAEBD8}" destId="{B4B4ACB0-5569-4F51-AF4C-6555E65401DC}" srcOrd="14" destOrd="0" presId="urn:microsoft.com/office/officeart/2016/7/layout/RepeatingBendingProcessNew"/>
    <dgm:cxn modelId="{B7F1768E-CF90-45A3-89B1-A04B00330E9E}" type="presParOf" srcId="{97449DEE-2EF3-49C0-9E12-A416B0FAEBD8}" destId="{674E2757-1593-408A-BA1D-77CF49B93F14}" srcOrd="15" destOrd="0" presId="urn:microsoft.com/office/officeart/2016/7/layout/RepeatingBendingProcessNew"/>
    <dgm:cxn modelId="{AEBAB69D-65CA-43AD-ABA9-5BE229D36EFD}" type="presParOf" srcId="{674E2757-1593-408A-BA1D-77CF49B93F14}" destId="{3A25C9BD-9A38-4F43-8242-6F4C843E4E21}" srcOrd="0" destOrd="0" presId="urn:microsoft.com/office/officeart/2016/7/layout/RepeatingBendingProcessNew"/>
    <dgm:cxn modelId="{D822296B-1812-400B-8641-1DD6139423A8}" type="presParOf" srcId="{97449DEE-2EF3-49C0-9E12-A416B0FAEBD8}" destId="{006117FD-CC30-4BD1-8D93-0FA1294FAD46}" srcOrd="16" destOrd="0" presId="urn:microsoft.com/office/officeart/2016/7/layout/RepeatingBendingProcessNew"/>
    <dgm:cxn modelId="{808F3887-BDF9-4AEC-BDE3-8DFCF27C45C5}" type="presParOf" srcId="{97449DEE-2EF3-49C0-9E12-A416B0FAEBD8}" destId="{47428410-CFAA-48E7-9AAD-38F069A5CF29}" srcOrd="17" destOrd="0" presId="urn:microsoft.com/office/officeart/2016/7/layout/RepeatingBendingProcessNew"/>
    <dgm:cxn modelId="{E49B0F37-8DF9-46A7-8698-C56015E26896}" type="presParOf" srcId="{47428410-CFAA-48E7-9AAD-38F069A5CF29}" destId="{19AC074B-5023-4F05-81BB-CBBED2F5DE67}" srcOrd="0" destOrd="0" presId="urn:microsoft.com/office/officeart/2016/7/layout/RepeatingBendingProcessNew"/>
    <dgm:cxn modelId="{37963973-F876-4A59-9A61-3DFD162262EB}" type="presParOf" srcId="{97449DEE-2EF3-49C0-9E12-A416B0FAEBD8}" destId="{4B196C10-6C63-4E0D-9ED4-AD51ABEBD8DE}" srcOrd="18"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3B8CB6-A17E-45ED-97E7-EB315B5E1BFF}">
      <dsp:nvSpPr>
        <dsp:cNvPr id="0" name=""/>
        <dsp:cNvSpPr/>
      </dsp:nvSpPr>
      <dsp:spPr>
        <a:xfrm>
          <a:off x="0" y="471581"/>
          <a:ext cx="6651253" cy="7560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2A9DFF-1DA6-43A2-9F82-E022302AD83B}">
      <dsp:nvSpPr>
        <dsp:cNvPr id="0" name=""/>
        <dsp:cNvSpPr/>
      </dsp:nvSpPr>
      <dsp:spPr>
        <a:xfrm>
          <a:off x="332562" y="28781"/>
          <a:ext cx="4655877" cy="885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81" tIns="0" rIns="175981" bIns="0" numCol="1" spcCol="1270" anchor="ctr" anchorCtr="0">
          <a:noAutofit/>
        </a:bodyPr>
        <a:lstStyle/>
        <a:p>
          <a:pPr marL="0" lvl="0" indent="0" algn="l" defTabSz="1333500">
            <a:lnSpc>
              <a:spcPct val="90000"/>
            </a:lnSpc>
            <a:spcBef>
              <a:spcPct val="0"/>
            </a:spcBef>
            <a:spcAft>
              <a:spcPct val="35000"/>
            </a:spcAft>
            <a:buNone/>
          </a:pPr>
          <a:r>
            <a:rPr lang="en-US" sz="3000" kern="1200"/>
            <a:t>1.Introduction</a:t>
          </a:r>
        </a:p>
      </dsp:txBody>
      <dsp:txXfrm>
        <a:off x="375793" y="72012"/>
        <a:ext cx="4569415" cy="799138"/>
      </dsp:txXfrm>
    </dsp:sp>
    <dsp:sp modelId="{8A7CD97E-8FB0-4B45-8E7C-D29D26259D41}">
      <dsp:nvSpPr>
        <dsp:cNvPr id="0" name=""/>
        <dsp:cNvSpPr/>
      </dsp:nvSpPr>
      <dsp:spPr>
        <a:xfrm>
          <a:off x="0" y="1832381"/>
          <a:ext cx="6651253" cy="7560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79AA41-15BF-4932-963C-918D371CC342}">
      <dsp:nvSpPr>
        <dsp:cNvPr id="0" name=""/>
        <dsp:cNvSpPr/>
      </dsp:nvSpPr>
      <dsp:spPr>
        <a:xfrm>
          <a:off x="332562" y="1389581"/>
          <a:ext cx="4655877" cy="88560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81" tIns="0" rIns="175981" bIns="0" numCol="1" spcCol="1270" anchor="ctr" anchorCtr="0">
          <a:noAutofit/>
        </a:bodyPr>
        <a:lstStyle/>
        <a:p>
          <a:pPr marL="0" lvl="0" indent="0" algn="l" defTabSz="1333500">
            <a:lnSpc>
              <a:spcPct val="90000"/>
            </a:lnSpc>
            <a:spcBef>
              <a:spcPct val="0"/>
            </a:spcBef>
            <a:spcAft>
              <a:spcPct val="35000"/>
            </a:spcAft>
            <a:buNone/>
          </a:pPr>
          <a:r>
            <a:rPr lang="en-US" sz="3000" kern="1200" dirty="0"/>
            <a:t>2.Data Description</a:t>
          </a:r>
        </a:p>
      </dsp:txBody>
      <dsp:txXfrm>
        <a:off x="375793" y="1432812"/>
        <a:ext cx="4569415" cy="799138"/>
      </dsp:txXfrm>
    </dsp:sp>
    <dsp:sp modelId="{C0101423-5507-4612-918D-949B5C0F0428}">
      <dsp:nvSpPr>
        <dsp:cNvPr id="0" name=""/>
        <dsp:cNvSpPr/>
      </dsp:nvSpPr>
      <dsp:spPr>
        <a:xfrm>
          <a:off x="0" y="3193182"/>
          <a:ext cx="6651253" cy="756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104337-0975-4D2F-9B18-FFB339A2CC54}">
      <dsp:nvSpPr>
        <dsp:cNvPr id="0" name=""/>
        <dsp:cNvSpPr/>
      </dsp:nvSpPr>
      <dsp:spPr>
        <a:xfrm>
          <a:off x="332562" y="2750381"/>
          <a:ext cx="4655877" cy="8856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81" tIns="0" rIns="175981" bIns="0" numCol="1" spcCol="1270" anchor="ctr" anchorCtr="0">
          <a:noAutofit/>
        </a:bodyPr>
        <a:lstStyle/>
        <a:p>
          <a:pPr marL="0" lvl="0" indent="0" algn="l" defTabSz="1333500">
            <a:lnSpc>
              <a:spcPct val="90000"/>
            </a:lnSpc>
            <a:spcBef>
              <a:spcPct val="0"/>
            </a:spcBef>
            <a:spcAft>
              <a:spcPct val="35000"/>
            </a:spcAft>
            <a:buNone/>
          </a:pPr>
          <a:r>
            <a:rPr lang="en-US" sz="3000" kern="1200" dirty="0"/>
            <a:t>3.Data Cleaning Steps</a:t>
          </a:r>
        </a:p>
      </dsp:txBody>
      <dsp:txXfrm>
        <a:off x="375793" y="2793612"/>
        <a:ext cx="4569415" cy="799138"/>
      </dsp:txXfrm>
    </dsp:sp>
    <dsp:sp modelId="{5D4216E8-D3D5-44BC-8697-C8E9489B26F4}">
      <dsp:nvSpPr>
        <dsp:cNvPr id="0" name=""/>
        <dsp:cNvSpPr/>
      </dsp:nvSpPr>
      <dsp:spPr>
        <a:xfrm>
          <a:off x="0" y="4553982"/>
          <a:ext cx="6651253" cy="756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60FED-33ED-4002-ABC8-09579404E2BB}">
      <dsp:nvSpPr>
        <dsp:cNvPr id="0" name=""/>
        <dsp:cNvSpPr/>
      </dsp:nvSpPr>
      <dsp:spPr>
        <a:xfrm>
          <a:off x="332562" y="4111182"/>
          <a:ext cx="4655877" cy="8856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5981" tIns="0" rIns="175981" bIns="0" numCol="1" spcCol="1270" anchor="ctr" anchorCtr="0">
          <a:noAutofit/>
        </a:bodyPr>
        <a:lstStyle/>
        <a:p>
          <a:pPr marL="0" lvl="0" indent="0" algn="l" defTabSz="1333500">
            <a:lnSpc>
              <a:spcPct val="90000"/>
            </a:lnSpc>
            <a:spcBef>
              <a:spcPct val="0"/>
            </a:spcBef>
            <a:spcAft>
              <a:spcPct val="35000"/>
            </a:spcAft>
            <a:buNone/>
          </a:pPr>
          <a:r>
            <a:rPr lang="en-US" sz="3000" kern="1200"/>
            <a:t>4.DashBoard</a:t>
          </a:r>
        </a:p>
      </dsp:txBody>
      <dsp:txXfrm>
        <a:off x="375793" y="4154413"/>
        <a:ext cx="4569415" cy="7991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B1A535-B735-4758-A2B0-3F6692022AF2}">
      <dsp:nvSpPr>
        <dsp:cNvPr id="0" name=""/>
        <dsp:cNvSpPr/>
      </dsp:nvSpPr>
      <dsp:spPr>
        <a:xfrm>
          <a:off x="0" y="0"/>
          <a:ext cx="10515600" cy="1750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US" sz="4400" kern="1200"/>
            <a:t>Data cleaning and Data manipulation with Power Bi</a:t>
          </a:r>
        </a:p>
      </dsp:txBody>
      <dsp:txXfrm>
        <a:off x="85444" y="85444"/>
        <a:ext cx="10344712" cy="1579432"/>
      </dsp:txXfrm>
    </dsp:sp>
    <dsp:sp modelId="{70323FE3-E82D-4907-9E24-C1369C7ADE3F}">
      <dsp:nvSpPr>
        <dsp:cNvPr id="0" name=""/>
        <dsp:cNvSpPr/>
      </dsp:nvSpPr>
      <dsp:spPr>
        <a:xfrm>
          <a:off x="0" y="1771380"/>
          <a:ext cx="10515600" cy="2368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55880" rIns="312928" bIns="55880" numCol="1" spcCol="1270" anchor="t" anchorCtr="0">
          <a:noAutofit/>
        </a:bodyPr>
        <a:lstStyle/>
        <a:p>
          <a:pPr marL="285750" lvl="1" indent="-285750" algn="l" defTabSz="1511300">
            <a:lnSpc>
              <a:spcPct val="90000"/>
            </a:lnSpc>
            <a:spcBef>
              <a:spcPct val="0"/>
            </a:spcBef>
            <a:spcAft>
              <a:spcPct val="20000"/>
            </a:spcAft>
            <a:buChar char="•"/>
          </a:pPr>
          <a:r>
            <a:rPr lang="en-US" sz="3400" kern="1200"/>
            <a:t>Removed Duplicates</a:t>
          </a:r>
        </a:p>
        <a:p>
          <a:pPr marL="285750" lvl="1" indent="-285750" algn="l" defTabSz="1511300">
            <a:lnSpc>
              <a:spcPct val="90000"/>
            </a:lnSpc>
            <a:spcBef>
              <a:spcPct val="0"/>
            </a:spcBef>
            <a:spcAft>
              <a:spcPct val="20000"/>
            </a:spcAft>
            <a:buChar char="•"/>
          </a:pPr>
          <a:r>
            <a:rPr lang="en-US" sz="3400" kern="1200"/>
            <a:t>Remove Errors</a:t>
          </a:r>
        </a:p>
        <a:p>
          <a:pPr marL="285750" lvl="1" indent="-285750" algn="l" defTabSz="1511300">
            <a:lnSpc>
              <a:spcPct val="90000"/>
            </a:lnSpc>
            <a:spcBef>
              <a:spcPct val="0"/>
            </a:spcBef>
            <a:spcAft>
              <a:spcPct val="20000"/>
            </a:spcAft>
            <a:buChar char="•"/>
          </a:pPr>
          <a:r>
            <a:rPr lang="en-US" sz="3400" kern="1200"/>
            <a:t>Replace missing data (null) by average</a:t>
          </a:r>
        </a:p>
        <a:p>
          <a:pPr marL="285750" lvl="1" indent="-285750" algn="l" defTabSz="1511300">
            <a:lnSpc>
              <a:spcPct val="90000"/>
            </a:lnSpc>
            <a:spcBef>
              <a:spcPct val="0"/>
            </a:spcBef>
            <a:spcAft>
              <a:spcPct val="20000"/>
            </a:spcAft>
            <a:buChar char="•"/>
          </a:pPr>
          <a:r>
            <a:rPr lang="en-US" sz="3400" kern="1200"/>
            <a:t>Change data type each column </a:t>
          </a:r>
        </a:p>
      </dsp:txBody>
      <dsp:txXfrm>
        <a:off x="0" y="1771380"/>
        <a:ext cx="10515600" cy="23680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52B1F9-8BF5-458F-88A6-3FA8075A3BA3}">
      <dsp:nvSpPr>
        <dsp:cNvPr id="0" name=""/>
        <dsp:cNvSpPr/>
      </dsp:nvSpPr>
      <dsp:spPr>
        <a:xfrm>
          <a:off x="1678505" y="618852"/>
          <a:ext cx="354196" cy="91440"/>
        </a:xfrm>
        <a:custGeom>
          <a:avLst/>
          <a:gdLst/>
          <a:ahLst/>
          <a:cxnLst/>
          <a:rect l="0" t="0" r="0" b="0"/>
          <a:pathLst>
            <a:path>
              <a:moveTo>
                <a:pt x="0" y="45720"/>
              </a:moveTo>
              <a:lnTo>
                <a:pt x="35419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45983" y="662646"/>
        <a:ext cx="19239" cy="3851"/>
      </dsp:txXfrm>
    </dsp:sp>
    <dsp:sp modelId="{C36C1D50-4EEE-40A2-A0A1-5CC4C48A1568}">
      <dsp:nvSpPr>
        <dsp:cNvPr id="0" name=""/>
        <dsp:cNvSpPr/>
      </dsp:nvSpPr>
      <dsp:spPr>
        <a:xfrm>
          <a:off x="7278" y="162664"/>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Average product price</a:t>
          </a:r>
          <a:endParaRPr lang="en-US" sz="1200" kern="1200"/>
        </a:p>
      </dsp:txBody>
      <dsp:txXfrm>
        <a:off x="7278" y="162664"/>
        <a:ext cx="1673027" cy="1003816"/>
      </dsp:txXfrm>
    </dsp:sp>
    <dsp:sp modelId="{1AFEB9DF-503F-43FD-8775-0ABF697199CE}">
      <dsp:nvSpPr>
        <dsp:cNvPr id="0" name=""/>
        <dsp:cNvSpPr/>
      </dsp:nvSpPr>
      <dsp:spPr>
        <a:xfrm>
          <a:off x="3736329" y="618852"/>
          <a:ext cx="354196" cy="91440"/>
        </a:xfrm>
        <a:custGeom>
          <a:avLst/>
          <a:gdLst/>
          <a:ahLst/>
          <a:cxnLst/>
          <a:rect l="0" t="0" r="0" b="0"/>
          <a:pathLst>
            <a:path>
              <a:moveTo>
                <a:pt x="0" y="45720"/>
              </a:moveTo>
              <a:lnTo>
                <a:pt x="35419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3807" y="662646"/>
        <a:ext cx="19239" cy="3851"/>
      </dsp:txXfrm>
    </dsp:sp>
    <dsp:sp modelId="{11BABCB3-4F24-4007-AD1D-6F46133013F6}">
      <dsp:nvSpPr>
        <dsp:cNvPr id="0" name=""/>
        <dsp:cNvSpPr/>
      </dsp:nvSpPr>
      <dsp:spPr>
        <a:xfrm>
          <a:off x="2065101" y="162664"/>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Price variance</a:t>
          </a:r>
          <a:endParaRPr lang="en-US" sz="1200" kern="1200"/>
        </a:p>
      </dsp:txBody>
      <dsp:txXfrm>
        <a:off x="2065101" y="162664"/>
        <a:ext cx="1673027" cy="1003816"/>
      </dsp:txXfrm>
    </dsp:sp>
    <dsp:sp modelId="{2BF3D2C7-85F2-489E-907E-3FB1137881D2}">
      <dsp:nvSpPr>
        <dsp:cNvPr id="0" name=""/>
        <dsp:cNvSpPr/>
      </dsp:nvSpPr>
      <dsp:spPr>
        <a:xfrm>
          <a:off x="843791" y="1164680"/>
          <a:ext cx="4115647" cy="354196"/>
        </a:xfrm>
        <a:custGeom>
          <a:avLst/>
          <a:gdLst/>
          <a:ahLst/>
          <a:cxnLst/>
          <a:rect l="0" t="0" r="0" b="0"/>
          <a:pathLst>
            <a:path>
              <a:moveTo>
                <a:pt x="4115647" y="0"/>
              </a:moveTo>
              <a:lnTo>
                <a:pt x="4115647" y="194198"/>
              </a:lnTo>
              <a:lnTo>
                <a:pt x="0" y="194198"/>
              </a:lnTo>
              <a:lnTo>
                <a:pt x="0" y="354196"/>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98275" y="1339852"/>
        <a:ext cx="206679" cy="3851"/>
      </dsp:txXfrm>
    </dsp:sp>
    <dsp:sp modelId="{6746DBEC-603F-46B0-9472-5EBC242393C3}">
      <dsp:nvSpPr>
        <dsp:cNvPr id="0" name=""/>
        <dsp:cNvSpPr/>
      </dsp:nvSpPr>
      <dsp:spPr>
        <a:xfrm>
          <a:off x="4122925" y="162664"/>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Price comparison</a:t>
          </a:r>
          <a:endParaRPr lang="en-US" sz="1200" kern="1200"/>
        </a:p>
      </dsp:txBody>
      <dsp:txXfrm>
        <a:off x="4122925" y="162664"/>
        <a:ext cx="1673027" cy="1003816"/>
      </dsp:txXfrm>
    </dsp:sp>
    <dsp:sp modelId="{A0508964-5828-426D-9601-CB22EE8FC9D3}">
      <dsp:nvSpPr>
        <dsp:cNvPr id="0" name=""/>
        <dsp:cNvSpPr/>
      </dsp:nvSpPr>
      <dsp:spPr>
        <a:xfrm>
          <a:off x="1678505" y="2007465"/>
          <a:ext cx="354196" cy="91440"/>
        </a:xfrm>
        <a:custGeom>
          <a:avLst/>
          <a:gdLst/>
          <a:ahLst/>
          <a:cxnLst/>
          <a:rect l="0" t="0" r="0" b="0"/>
          <a:pathLst>
            <a:path>
              <a:moveTo>
                <a:pt x="0" y="45720"/>
              </a:moveTo>
              <a:lnTo>
                <a:pt x="35419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45983" y="2051259"/>
        <a:ext cx="19239" cy="3851"/>
      </dsp:txXfrm>
    </dsp:sp>
    <dsp:sp modelId="{5C3D254F-72D1-46BE-8190-50297EE77465}">
      <dsp:nvSpPr>
        <dsp:cNvPr id="0" name=""/>
        <dsp:cNvSpPr/>
      </dsp:nvSpPr>
      <dsp:spPr>
        <a:xfrm>
          <a:off x="7278" y="1551276"/>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Avg star rating</a:t>
          </a:r>
          <a:endParaRPr lang="en-US" sz="1200" kern="1200"/>
        </a:p>
      </dsp:txBody>
      <dsp:txXfrm>
        <a:off x="7278" y="1551276"/>
        <a:ext cx="1673027" cy="1003816"/>
      </dsp:txXfrm>
    </dsp:sp>
    <dsp:sp modelId="{8EE5DDA8-D669-483E-9FBD-6AB106AC09BC}">
      <dsp:nvSpPr>
        <dsp:cNvPr id="0" name=""/>
        <dsp:cNvSpPr/>
      </dsp:nvSpPr>
      <dsp:spPr>
        <a:xfrm>
          <a:off x="3736329" y="2007465"/>
          <a:ext cx="354196" cy="91440"/>
        </a:xfrm>
        <a:custGeom>
          <a:avLst/>
          <a:gdLst/>
          <a:ahLst/>
          <a:cxnLst/>
          <a:rect l="0" t="0" r="0" b="0"/>
          <a:pathLst>
            <a:path>
              <a:moveTo>
                <a:pt x="0" y="45720"/>
              </a:moveTo>
              <a:lnTo>
                <a:pt x="35419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3807" y="2051259"/>
        <a:ext cx="19239" cy="3851"/>
      </dsp:txXfrm>
    </dsp:sp>
    <dsp:sp modelId="{246F7F0A-4E30-40E0-9418-5A1AD5762F9D}">
      <dsp:nvSpPr>
        <dsp:cNvPr id="0" name=""/>
        <dsp:cNvSpPr/>
      </dsp:nvSpPr>
      <dsp:spPr>
        <a:xfrm>
          <a:off x="2065101" y="1551276"/>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total sales volume</a:t>
          </a:r>
          <a:endParaRPr lang="en-US" sz="1200" kern="1200"/>
        </a:p>
      </dsp:txBody>
      <dsp:txXfrm>
        <a:off x="2065101" y="1551276"/>
        <a:ext cx="1673027" cy="1003816"/>
      </dsp:txXfrm>
    </dsp:sp>
    <dsp:sp modelId="{43279CE6-E3D4-4818-B727-235BEB660678}">
      <dsp:nvSpPr>
        <dsp:cNvPr id="0" name=""/>
        <dsp:cNvSpPr/>
      </dsp:nvSpPr>
      <dsp:spPr>
        <a:xfrm>
          <a:off x="843791" y="2553293"/>
          <a:ext cx="4115647" cy="354196"/>
        </a:xfrm>
        <a:custGeom>
          <a:avLst/>
          <a:gdLst/>
          <a:ahLst/>
          <a:cxnLst/>
          <a:rect l="0" t="0" r="0" b="0"/>
          <a:pathLst>
            <a:path>
              <a:moveTo>
                <a:pt x="4115647" y="0"/>
              </a:moveTo>
              <a:lnTo>
                <a:pt x="4115647" y="194198"/>
              </a:lnTo>
              <a:lnTo>
                <a:pt x="0" y="194198"/>
              </a:lnTo>
              <a:lnTo>
                <a:pt x="0" y="354196"/>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98275" y="2728465"/>
        <a:ext cx="206679" cy="3851"/>
      </dsp:txXfrm>
    </dsp:sp>
    <dsp:sp modelId="{2DB553EE-B9EF-4DD4-A027-32140D166A8D}">
      <dsp:nvSpPr>
        <dsp:cNvPr id="0" name=""/>
        <dsp:cNvSpPr/>
      </dsp:nvSpPr>
      <dsp:spPr>
        <a:xfrm>
          <a:off x="4122925" y="1551276"/>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sales per product</a:t>
          </a:r>
          <a:endParaRPr lang="en-US" sz="1200" kern="1200"/>
        </a:p>
      </dsp:txBody>
      <dsp:txXfrm>
        <a:off x="4122925" y="1551276"/>
        <a:ext cx="1673027" cy="1003816"/>
      </dsp:txXfrm>
    </dsp:sp>
    <dsp:sp modelId="{E80C128A-169D-42E5-A233-9D1E1CA4D76E}">
      <dsp:nvSpPr>
        <dsp:cNvPr id="0" name=""/>
        <dsp:cNvSpPr/>
      </dsp:nvSpPr>
      <dsp:spPr>
        <a:xfrm>
          <a:off x="1678505" y="3396077"/>
          <a:ext cx="354196" cy="91440"/>
        </a:xfrm>
        <a:custGeom>
          <a:avLst/>
          <a:gdLst/>
          <a:ahLst/>
          <a:cxnLst/>
          <a:rect l="0" t="0" r="0" b="0"/>
          <a:pathLst>
            <a:path>
              <a:moveTo>
                <a:pt x="0" y="45720"/>
              </a:moveTo>
              <a:lnTo>
                <a:pt x="35419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45983" y="3439872"/>
        <a:ext cx="19239" cy="3851"/>
      </dsp:txXfrm>
    </dsp:sp>
    <dsp:sp modelId="{2FA1F382-ECF1-435D-9AAB-96C410FEB4B2}">
      <dsp:nvSpPr>
        <dsp:cNvPr id="0" name=""/>
        <dsp:cNvSpPr/>
      </dsp:nvSpPr>
      <dsp:spPr>
        <a:xfrm>
          <a:off x="7278" y="2939889"/>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number of offers</a:t>
          </a:r>
          <a:endParaRPr lang="en-US" sz="1200" kern="1200"/>
        </a:p>
      </dsp:txBody>
      <dsp:txXfrm>
        <a:off x="7278" y="2939889"/>
        <a:ext cx="1673027" cy="1003816"/>
      </dsp:txXfrm>
    </dsp:sp>
    <dsp:sp modelId="{674E2757-1593-408A-BA1D-77CF49B93F14}">
      <dsp:nvSpPr>
        <dsp:cNvPr id="0" name=""/>
        <dsp:cNvSpPr/>
      </dsp:nvSpPr>
      <dsp:spPr>
        <a:xfrm>
          <a:off x="3736329" y="3396077"/>
          <a:ext cx="354196" cy="91440"/>
        </a:xfrm>
        <a:custGeom>
          <a:avLst/>
          <a:gdLst/>
          <a:ahLst/>
          <a:cxnLst/>
          <a:rect l="0" t="0" r="0" b="0"/>
          <a:pathLst>
            <a:path>
              <a:moveTo>
                <a:pt x="0" y="45720"/>
              </a:moveTo>
              <a:lnTo>
                <a:pt x="354196"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3807" y="3439872"/>
        <a:ext cx="19239" cy="3851"/>
      </dsp:txXfrm>
    </dsp:sp>
    <dsp:sp modelId="{B4B4ACB0-5569-4F51-AF4C-6555E65401DC}">
      <dsp:nvSpPr>
        <dsp:cNvPr id="0" name=""/>
        <dsp:cNvSpPr/>
      </dsp:nvSpPr>
      <dsp:spPr>
        <a:xfrm>
          <a:off x="2065101" y="2939889"/>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best sellers count, count the amazon choice products and compare it with the best sellers and        other metrics </a:t>
          </a:r>
          <a:endParaRPr lang="en-US" sz="1200" kern="1200"/>
        </a:p>
      </dsp:txBody>
      <dsp:txXfrm>
        <a:off x="2065101" y="2939889"/>
        <a:ext cx="1673027" cy="1003816"/>
      </dsp:txXfrm>
    </dsp:sp>
    <dsp:sp modelId="{47428410-CFAA-48E7-9AAD-38F069A5CF29}">
      <dsp:nvSpPr>
        <dsp:cNvPr id="0" name=""/>
        <dsp:cNvSpPr/>
      </dsp:nvSpPr>
      <dsp:spPr>
        <a:xfrm>
          <a:off x="843791" y="3941906"/>
          <a:ext cx="4115647" cy="354196"/>
        </a:xfrm>
        <a:custGeom>
          <a:avLst/>
          <a:gdLst/>
          <a:ahLst/>
          <a:cxnLst/>
          <a:rect l="0" t="0" r="0" b="0"/>
          <a:pathLst>
            <a:path>
              <a:moveTo>
                <a:pt x="4115647" y="0"/>
              </a:moveTo>
              <a:lnTo>
                <a:pt x="4115647" y="194198"/>
              </a:lnTo>
              <a:lnTo>
                <a:pt x="0" y="194198"/>
              </a:lnTo>
              <a:lnTo>
                <a:pt x="0" y="354196"/>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798275" y="4117078"/>
        <a:ext cx="206679" cy="3851"/>
      </dsp:txXfrm>
    </dsp:sp>
    <dsp:sp modelId="{006117FD-CC30-4BD1-8D93-0FA1294FAD46}">
      <dsp:nvSpPr>
        <dsp:cNvPr id="0" name=""/>
        <dsp:cNvSpPr/>
      </dsp:nvSpPr>
      <dsp:spPr>
        <a:xfrm>
          <a:off x="4122925" y="2939889"/>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diff between product minimum offer and original price</a:t>
          </a:r>
          <a:endParaRPr lang="en-US" sz="1200" kern="1200"/>
        </a:p>
      </dsp:txBody>
      <dsp:txXfrm>
        <a:off x="4122925" y="2939889"/>
        <a:ext cx="1673027" cy="1003816"/>
      </dsp:txXfrm>
    </dsp:sp>
    <dsp:sp modelId="{4B196C10-6C63-4E0D-9ED4-AD51ABEBD8DE}">
      <dsp:nvSpPr>
        <dsp:cNvPr id="0" name=""/>
        <dsp:cNvSpPr/>
      </dsp:nvSpPr>
      <dsp:spPr>
        <a:xfrm>
          <a:off x="7278" y="4328502"/>
          <a:ext cx="1673027" cy="100381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1980" tIns="86052" rIns="81980" bIns="86052" numCol="1" spcCol="1270" anchor="ctr" anchorCtr="0">
          <a:noAutofit/>
        </a:bodyPr>
        <a:lstStyle/>
        <a:p>
          <a:pPr marL="0" lvl="0" indent="0" algn="ctr" defTabSz="533400">
            <a:lnSpc>
              <a:spcPct val="90000"/>
            </a:lnSpc>
            <a:spcBef>
              <a:spcPct val="0"/>
            </a:spcBef>
            <a:spcAft>
              <a:spcPct val="35000"/>
            </a:spcAft>
            <a:buNone/>
          </a:pPr>
          <a:r>
            <a:rPr lang="en-US" sz="1200" i="0" kern="1200"/>
            <a:t>calculate the percentage of climate friendly products</a:t>
          </a:r>
          <a:endParaRPr lang="en-US" sz="1200" kern="1200"/>
        </a:p>
      </dsp:txBody>
      <dsp:txXfrm>
        <a:off x="7278" y="4328502"/>
        <a:ext cx="1673027" cy="100381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E4539-D0BB-4DBA-BA4B-1202CE8DB906}" type="datetimeFigureOut">
              <a:rPr lang="en-US" smtClean="0"/>
              <a:t>12/3/2024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A4377-89D2-4ABF-A1FA-761B35F7E13A}" type="slidenum">
              <a:rPr lang="en-US" smtClean="0"/>
              <a:t>‹#›</a:t>
            </a:fld>
            <a:endParaRPr lang="en-US"/>
          </a:p>
        </p:txBody>
      </p:sp>
    </p:spTree>
    <p:extLst>
      <p:ext uri="{BB962C8B-B14F-4D97-AF65-F5344CB8AC3E}">
        <p14:creationId xmlns:p14="http://schemas.microsoft.com/office/powerpoint/2010/main" val="3814549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4A4377-89D2-4ABF-A1FA-761B35F7E13A}" type="slidenum">
              <a:rPr lang="en-US" smtClean="0"/>
              <a:t>9</a:t>
            </a:fld>
            <a:endParaRPr lang="en-US"/>
          </a:p>
        </p:txBody>
      </p:sp>
    </p:spTree>
    <p:extLst>
      <p:ext uri="{BB962C8B-B14F-4D97-AF65-F5344CB8AC3E}">
        <p14:creationId xmlns:p14="http://schemas.microsoft.com/office/powerpoint/2010/main" val="39350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063144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77839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25301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347703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814290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697991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25595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78625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05283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85905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3596230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923408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12/2/2024</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417453972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0" r:id="rId6"/>
    <p:sldLayoutId id="2147483675" r:id="rId7"/>
    <p:sldLayoutId id="2147483676" r:id="rId8"/>
    <p:sldLayoutId id="2147483677" r:id="rId9"/>
    <p:sldLayoutId id="2147483678" r:id="rId10"/>
    <p:sldLayoutId id="2147483679" r:id="rId11"/>
    <p:sldLayoutId id="2147483681"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A9E1D77-2E48-65DF-1A8B-6F09416D6FE5}"/>
              </a:ext>
            </a:extLst>
          </p:cNvPr>
          <p:cNvSpPr>
            <a:spLocks noGrp="1"/>
          </p:cNvSpPr>
          <p:nvPr>
            <p:ph type="ctrTitle"/>
          </p:nvPr>
        </p:nvSpPr>
        <p:spPr>
          <a:xfrm>
            <a:off x="643468" y="643467"/>
            <a:ext cx="4620584" cy="4567137"/>
          </a:xfrm>
        </p:spPr>
        <p:txBody>
          <a:bodyPr>
            <a:normAutofit/>
          </a:bodyPr>
          <a:lstStyle/>
          <a:p>
            <a:r>
              <a:rPr lang="en-US"/>
              <a:t>Phone Search Analysis</a:t>
            </a:r>
          </a:p>
        </p:txBody>
      </p:sp>
      <p:pic>
        <p:nvPicPr>
          <p:cNvPr id="20" name="Graphic 19" descr="Magnifying glass">
            <a:extLst>
              <a:ext uri="{FF2B5EF4-FFF2-40B4-BE49-F238E27FC236}">
                <a16:creationId xmlns:a16="http://schemas.microsoft.com/office/drawing/2014/main" id="{7E0F0248-EA93-C40B-5F86-D491165794D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6253" y="957860"/>
            <a:ext cx="4942280" cy="4942280"/>
          </a:xfrm>
          <a:prstGeom prst="rect">
            <a:avLst/>
          </a:prstGeom>
        </p:spPr>
      </p:pic>
    </p:spTree>
    <p:extLst>
      <p:ext uri="{BB962C8B-B14F-4D97-AF65-F5344CB8AC3E}">
        <p14:creationId xmlns:p14="http://schemas.microsoft.com/office/powerpoint/2010/main" val="426650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20"/>
                                        </p:tgtEl>
                                        <p:attrNameLst>
                                          <p:attrName>style.visibility</p:attrName>
                                        </p:attrNameLst>
                                      </p:cBhvr>
                                      <p:to>
                                        <p:strVal val="visible"/>
                                      </p:to>
                                    </p:set>
                                    <p:animEffect transition="in" filter="fade">
                                      <p:cBhvr>
                                        <p:cTn id="10" dur="7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070" y="1780058"/>
            <a:ext cx="3781618" cy="289914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rgbClr val="63B52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7E0A8F2-B981-1AAC-1162-4047EFEB7BA9}"/>
              </a:ext>
            </a:extLst>
          </p:cNvPr>
          <p:cNvSpPr>
            <a:spLocks noGrp="1"/>
          </p:cNvSpPr>
          <p:nvPr>
            <p:ph type="title"/>
          </p:nvPr>
        </p:nvSpPr>
        <p:spPr>
          <a:xfrm>
            <a:off x="1000941" y="2620477"/>
            <a:ext cx="3010737" cy="1497475"/>
          </a:xfrm>
        </p:spPr>
        <p:txBody>
          <a:bodyPr>
            <a:normAutofit/>
          </a:bodyPr>
          <a:lstStyle/>
          <a:p>
            <a:r>
              <a:rPr lang="en-US" sz="2800"/>
              <a:t>Table OF contents</a:t>
            </a:r>
          </a:p>
        </p:txBody>
      </p:sp>
      <p:graphicFrame>
        <p:nvGraphicFramePr>
          <p:cNvPr id="5" name="Content Placeholder 2">
            <a:extLst>
              <a:ext uri="{FF2B5EF4-FFF2-40B4-BE49-F238E27FC236}">
                <a16:creationId xmlns:a16="http://schemas.microsoft.com/office/drawing/2014/main" id="{799EFC92-E6A9-40A3-DD29-23A812AC4CA7}"/>
              </a:ext>
            </a:extLst>
          </p:cNvPr>
          <p:cNvGraphicFramePr>
            <a:graphicFrameLocks noGrp="1"/>
          </p:cNvGraphicFramePr>
          <p:nvPr>
            <p:ph idx="1"/>
            <p:extLst>
              <p:ext uri="{D42A27DB-BD31-4B8C-83A1-F6EECF244321}">
                <p14:modId xmlns:p14="http://schemas.microsoft.com/office/powerpoint/2010/main" val="3969661881"/>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9224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6A2166A-C462-1632-45B1-E1CE442F1604}"/>
              </a:ext>
            </a:extLst>
          </p:cNvPr>
          <p:cNvSpPr>
            <a:spLocks noGrp="1"/>
          </p:cNvSpPr>
          <p:nvPr>
            <p:ph type="title"/>
          </p:nvPr>
        </p:nvSpPr>
        <p:spPr>
          <a:xfrm>
            <a:off x="838201" y="643467"/>
            <a:ext cx="3888526" cy="1800526"/>
          </a:xfrm>
        </p:spPr>
        <p:txBody>
          <a:bodyPr>
            <a:normAutofit/>
          </a:bodyPr>
          <a:lstStyle/>
          <a:p>
            <a:r>
              <a:rPr lang="en-US" dirty="0"/>
              <a:t>1. Introduction</a:t>
            </a:r>
          </a:p>
        </p:txBody>
      </p:sp>
      <p:sp>
        <p:nvSpPr>
          <p:cNvPr id="3" name="Content Placeholder 2">
            <a:extLst>
              <a:ext uri="{FF2B5EF4-FFF2-40B4-BE49-F238E27FC236}">
                <a16:creationId xmlns:a16="http://schemas.microsoft.com/office/drawing/2014/main" id="{D8B9ECC0-03B6-AD48-149B-07EADCDEB691}"/>
              </a:ext>
            </a:extLst>
          </p:cNvPr>
          <p:cNvSpPr>
            <a:spLocks noGrp="1"/>
          </p:cNvSpPr>
          <p:nvPr>
            <p:ph idx="1"/>
          </p:nvPr>
        </p:nvSpPr>
        <p:spPr>
          <a:xfrm>
            <a:off x="838201" y="2623381"/>
            <a:ext cx="3888528" cy="3553581"/>
          </a:xfrm>
        </p:spPr>
        <p:txBody>
          <a:bodyPr>
            <a:normAutofit/>
          </a:bodyPr>
          <a:lstStyle/>
          <a:p>
            <a:r>
              <a:rPr lang="en-US" sz="2000"/>
              <a:t>In this analysis, we explore a comprehensive data set that contains information about the prices of each product or model of different phones. Through this data, we determine the average prices and ratings from each year in which sales were made for each product.</a:t>
            </a:r>
          </a:p>
        </p:txBody>
      </p:sp>
      <p:pic>
        <p:nvPicPr>
          <p:cNvPr id="7" name="Graphic 6" descr="Smart Phone">
            <a:extLst>
              <a:ext uri="{FF2B5EF4-FFF2-40B4-BE49-F238E27FC236}">
                <a16:creationId xmlns:a16="http://schemas.microsoft.com/office/drawing/2014/main" id="{8BC97D5A-5CE9-F67D-90A5-2F68C7EF7E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00986" y="1069398"/>
            <a:ext cx="4747547" cy="4747547"/>
          </a:xfrm>
          <a:prstGeom prst="rect">
            <a:avLst/>
          </a:prstGeom>
        </p:spPr>
      </p:pic>
    </p:spTree>
    <p:extLst>
      <p:ext uri="{BB962C8B-B14F-4D97-AF65-F5344CB8AC3E}">
        <p14:creationId xmlns:p14="http://schemas.microsoft.com/office/powerpoint/2010/main" val="1748216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D2006-B4D3-2D1D-A3D0-7BF992C8F7EB}"/>
              </a:ext>
            </a:extLst>
          </p:cNvPr>
          <p:cNvSpPr>
            <a:spLocks noGrp="1"/>
          </p:cNvSpPr>
          <p:nvPr>
            <p:ph type="title"/>
          </p:nvPr>
        </p:nvSpPr>
        <p:spPr/>
        <p:txBody>
          <a:bodyPr/>
          <a:lstStyle/>
          <a:p>
            <a:r>
              <a:rPr lang="ar-EG" dirty="0"/>
              <a:t>2</a:t>
            </a:r>
            <a:r>
              <a:rPr lang="en-US" dirty="0"/>
              <a:t>.Data Description</a:t>
            </a:r>
            <a:br>
              <a:rPr lang="en-US" dirty="0"/>
            </a:br>
            <a:endParaRPr lang="en-US" dirty="0"/>
          </a:p>
        </p:txBody>
      </p:sp>
      <p:graphicFrame>
        <p:nvGraphicFramePr>
          <p:cNvPr id="4" name="Content Placeholder 3">
            <a:extLst>
              <a:ext uri="{FF2B5EF4-FFF2-40B4-BE49-F238E27FC236}">
                <a16:creationId xmlns:a16="http://schemas.microsoft.com/office/drawing/2014/main" id="{3953BD7B-E1CB-68E1-5AA6-193AC3E0688F}"/>
              </a:ext>
            </a:extLst>
          </p:cNvPr>
          <p:cNvGraphicFramePr>
            <a:graphicFrameLocks noGrp="1"/>
          </p:cNvGraphicFramePr>
          <p:nvPr>
            <p:ph idx="1"/>
            <p:extLst>
              <p:ext uri="{D42A27DB-BD31-4B8C-83A1-F6EECF244321}">
                <p14:modId xmlns:p14="http://schemas.microsoft.com/office/powerpoint/2010/main" val="1489706909"/>
              </p:ext>
            </p:extLst>
          </p:nvPr>
        </p:nvGraphicFramePr>
        <p:xfrm>
          <a:off x="838200" y="1818011"/>
          <a:ext cx="10613020" cy="4513188"/>
        </p:xfrm>
        <a:graphic>
          <a:graphicData uri="http://schemas.openxmlformats.org/drawingml/2006/table">
            <a:tbl>
              <a:tblPr firstRow="1" bandRow="1">
                <a:tableStyleId>{5C22544A-7EE6-4342-B048-85BDC9FD1C3A}</a:tableStyleId>
              </a:tblPr>
              <a:tblGrid>
                <a:gridCol w="5287040">
                  <a:extLst>
                    <a:ext uri="{9D8B030D-6E8A-4147-A177-3AD203B41FA5}">
                      <a16:colId xmlns:a16="http://schemas.microsoft.com/office/drawing/2014/main" val="3155291656"/>
                    </a:ext>
                  </a:extLst>
                </a:gridCol>
                <a:gridCol w="5325980">
                  <a:extLst>
                    <a:ext uri="{9D8B030D-6E8A-4147-A177-3AD203B41FA5}">
                      <a16:colId xmlns:a16="http://schemas.microsoft.com/office/drawing/2014/main" val="1244783903"/>
                    </a:ext>
                  </a:extLst>
                </a:gridCol>
              </a:tblGrid>
              <a:tr h="752198">
                <a:tc>
                  <a:txBody>
                    <a:bodyPr/>
                    <a:lstStyle/>
                    <a:p>
                      <a:r>
                        <a:rPr lang="en-US" dirty="0"/>
                        <a:t>Column name</a:t>
                      </a:r>
                    </a:p>
                  </a:txBody>
                  <a:tcPr/>
                </a:tc>
                <a:tc>
                  <a:txBody>
                    <a:bodyPr/>
                    <a:lstStyle/>
                    <a:p>
                      <a:r>
                        <a:rPr lang="en-US" dirty="0"/>
                        <a:t>Description</a:t>
                      </a:r>
                    </a:p>
                  </a:txBody>
                  <a:tcPr/>
                </a:tc>
                <a:extLst>
                  <a:ext uri="{0D108BD9-81ED-4DB2-BD59-A6C34878D82A}">
                    <a16:rowId xmlns:a16="http://schemas.microsoft.com/office/drawing/2014/main" val="557339286"/>
                  </a:ext>
                </a:extLst>
              </a:tr>
              <a:tr h="752198">
                <a:tc>
                  <a:txBody>
                    <a:bodyPr/>
                    <a:lstStyle/>
                    <a:p>
                      <a:r>
                        <a:rPr lang="en-US" dirty="0" err="1"/>
                        <a:t>asin</a:t>
                      </a:r>
                      <a:endParaRPr lang="en-US" dirty="0"/>
                    </a:p>
                  </a:txBody>
                  <a:tcPr/>
                </a:tc>
                <a:tc>
                  <a:txBody>
                    <a:bodyPr/>
                    <a:lstStyle/>
                    <a:p>
                      <a:r>
                        <a:rPr lang="en-US" dirty="0"/>
                        <a:t>Identification to phone</a:t>
                      </a:r>
                    </a:p>
                  </a:txBody>
                  <a:tcPr/>
                </a:tc>
                <a:extLst>
                  <a:ext uri="{0D108BD9-81ED-4DB2-BD59-A6C34878D82A}">
                    <a16:rowId xmlns:a16="http://schemas.microsoft.com/office/drawing/2014/main" val="3069475271"/>
                  </a:ext>
                </a:extLst>
              </a:tr>
              <a:tr h="752198">
                <a:tc>
                  <a:txBody>
                    <a:bodyPr/>
                    <a:lstStyle/>
                    <a:p>
                      <a:r>
                        <a:rPr lang="en-US" dirty="0" err="1"/>
                        <a:t>product_title</a:t>
                      </a:r>
                      <a:endParaRPr lang="en-US" dirty="0"/>
                    </a:p>
                  </a:txBody>
                  <a:tcPr/>
                </a:tc>
                <a:tc>
                  <a:txBody>
                    <a:bodyPr/>
                    <a:lstStyle/>
                    <a:p>
                      <a:r>
                        <a:rPr lang="en-US" dirty="0"/>
                        <a:t>Phone name</a:t>
                      </a:r>
                    </a:p>
                  </a:txBody>
                  <a:tcPr/>
                </a:tc>
                <a:extLst>
                  <a:ext uri="{0D108BD9-81ED-4DB2-BD59-A6C34878D82A}">
                    <a16:rowId xmlns:a16="http://schemas.microsoft.com/office/drawing/2014/main" val="3415467420"/>
                  </a:ext>
                </a:extLst>
              </a:tr>
              <a:tr h="752198">
                <a:tc>
                  <a:txBody>
                    <a:bodyPr/>
                    <a:lstStyle/>
                    <a:p>
                      <a:r>
                        <a:rPr lang="en-US" dirty="0" err="1"/>
                        <a:t>product_price</a:t>
                      </a:r>
                      <a:endParaRPr lang="en-US" dirty="0"/>
                    </a:p>
                  </a:txBody>
                  <a:tcPr/>
                </a:tc>
                <a:tc>
                  <a:txBody>
                    <a:bodyPr/>
                    <a:lstStyle/>
                    <a:p>
                      <a:r>
                        <a:rPr lang="en-US" dirty="0"/>
                        <a:t>Phone price</a:t>
                      </a:r>
                    </a:p>
                  </a:txBody>
                  <a:tcPr/>
                </a:tc>
                <a:extLst>
                  <a:ext uri="{0D108BD9-81ED-4DB2-BD59-A6C34878D82A}">
                    <a16:rowId xmlns:a16="http://schemas.microsoft.com/office/drawing/2014/main" val="1591111808"/>
                  </a:ext>
                </a:extLst>
              </a:tr>
              <a:tr h="752198">
                <a:tc>
                  <a:txBody>
                    <a:bodyPr/>
                    <a:lstStyle/>
                    <a:p>
                      <a:r>
                        <a:rPr lang="en-US" dirty="0" err="1"/>
                        <a:t>product_original_price</a:t>
                      </a:r>
                      <a:endParaRPr lang="en-US" dirty="0"/>
                    </a:p>
                  </a:txBody>
                  <a:tcPr/>
                </a:tc>
                <a:tc>
                  <a:txBody>
                    <a:bodyPr/>
                    <a:lstStyle/>
                    <a:p>
                      <a:r>
                        <a:rPr lang="en-US" dirty="0"/>
                        <a:t>Original price of phones</a:t>
                      </a:r>
                    </a:p>
                  </a:txBody>
                  <a:tcPr/>
                </a:tc>
                <a:extLst>
                  <a:ext uri="{0D108BD9-81ED-4DB2-BD59-A6C34878D82A}">
                    <a16:rowId xmlns:a16="http://schemas.microsoft.com/office/drawing/2014/main" val="35310906"/>
                  </a:ext>
                </a:extLst>
              </a:tr>
              <a:tr h="752198">
                <a:tc>
                  <a:txBody>
                    <a:bodyPr/>
                    <a:lstStyle/>
                    <a:p>
                      <a:r>
                        <a:rPr lang="en-US" dirty="0"/>
                        <a:t>Currency</a:t>
                      </a:r>
                      <a:r>
                        <a:rPr lang="ar-EG" dirty="0"/>
                        <a:t> </a:t>
                      </a:r>
                      <a:endParaRPr lang="en-US" dirty="0"/>
                    </a:p>
                  </a:txBody>
                  <a:tcPr/>
                </a:tc>
                <a:tc>
                  <a:txBody>
                    <a:bodyPr/>
                    <a:lstStyle/>
                    <a:p>
                      <a:r>
                        <a:rPr lang="en-US" dirty="0"/>
                        <a:t>Currency code of the country in which it is sold</a:t>
                      </a:r>
                    </a:p>
                  </a:txBody>
                  <a:tcPr/>
                </a:tc>
                <a:extLst>
                  <a:ext uri="{0D108BD9-81ED-4DB2-BD59-A6C34878D82A}">
                    <a16:rowId xmlns:a16="http://schemas.microsoft.com/office/drawing/2014/main" val="2906675827"/>
                  </a:ext>
                </a:extLst>
              </a:tr>
            </a:tbl>
          </a:graphicData>
        </a:graphic>
      </p:graphicFrame>
    </p:spTree>
    <p:extLst>
      <p:ext uri="{BB962C8B-B14F-4D97-AF65-F5344CB8AC3E}">
        <p14:creationId xmlns:p14="http://schemas.microsoft.com/office/powerpoint/2010/main" val="3186698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73CD5-5150-DDA9-7C0C-AD912C2DB95A}"/>
              </a:ext>
            </a:extLst>
          </p:cNvPr>
          <p:cNvSpPr>
            <a:spLocks noGrp="1"/>
          </p:cNvSpPr>
          <p:nvPr>
            <p:ph type="title"/>
          </p:nvPr>
        </p:nvSpPr>
        <p:spPr/>
        <p:txBody>
          <a:bodyPr/>
          <a:lstStyle/>
          <a:p>
            <a:r>
              <a:rPr lang="ar-EG" dirty="0"/>
              <a:t>2</a:t>
            </a:r>
            <a:r>
              <a:rPr lang="en-US" dirty="0"/>
              <a:t>.Data Description</a:t>
            </a:r>
          </a:p>
        </p:txBody>
      </p:sp>
      <p:graphicFrame>
        <p:nvGraphicFramePr>
          <p:cNvPr id="4" name="Content Placeholder 3">
            <a:extLst>
              <a:ext uri="{FF2B5EF4-FFF2-40B4-BE49-F238E27FC236}">
                <a16:creationId xmlns:a16="http://schemas.microsoft.com/office/drawing/2014/main" id="{E8C6727A-8D19-6D49-D9C0-44F4B71659DD}"/>
              </a:ext>
            </a:extLst>
          </p:cNvPr>
          <p:cNvGraphicFramePr>
            <a:graphicFrameLocks noGrp="1"/>
          </p:cNvGraphicFramePr>
          <p:nvPr>
            <p:ph idx="1"/>
            <p:extLst>
              <p:ext uri="{D42A27DB-BD31-4B8C-83A1-F6EECF244321}">
                <p14:modId xmlns:p14="http://schemas.microsoft.com/office/powerpoint/2010/main" val="3737066395"/>
              </p:ext>
            </p:extLst>
          </p:nvPr>
        </p:nvGraphicFramePr>
        <p:xfrm>
          <a:off x="838200" y="1953488"/>
          <a:ext cx="10515600" cy="4255649"/>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022130634"/>
                    </a:ext>
                  </a:extLst>
                </a:gridCol>
                <a:gridCol w="5257800">
                  <a:extLst>
                    <a:ext uri="{9D8B030D-6E8A-4147-A177-3AD203B41FA5}">
                      <a16:colId xmlns:a16="http://schemas.microsoft.com/office/drawing/2014/main" val="2311545062"/>
                    </a:ext>
                  </a:extLst>
                </a:gridCol>
              </a:tblGrid>
              <a:tr h="9609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Column name</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Description</a:t>
                      </a:r>
                    </a:p>
                    <a:p>
                      <a:endParaRPr lang="en-US" dirty="0"/>
                    </a:p>
                  </a:txBody>
                  <a:tcPr/>
                </a:tc>
                <a:extLst>
                  <a:ext uri="{0D108BD9-81ED-4DB2-BD59-A6C34878D82A}">
                    <a16:rowId xmlns:a16="http://schemas.microsoft.com/office/drawing/2014/main" val="1391631443"/>
                  </a:ext>
                </a:extLst>
              </a:tr>
              <a:tr h="549116">
                <a:tc>
                  <a:txBody>
                    <a:bodyPr/>
                    <a:lstStyle/>
                    <a:p>
                      <a:r>
                        <a:rPr lang="en-US" dirty="0" err="1"/>
                        <a:t>product_star_rating</a:t>
                      </a:r>
                      <a:endParaRPr lang="en-US" dirty="0"/>
                    </a:p>
                  </a:txBody>
                  <a:tcPr/>
                </a:tc>
                <a:tc>
                  <a:txBody>
                    <a:bodyPr/>
                    <a:lstStyle/>
                    <a:p>
                      <a:r>
                        <a:rPr lang="en-US" dirty="0"/>
                        <a:t>Phone rating</a:t>
                      </a:r>
                    </a:p>
                  </a:txBody>
                  <a:tcPr/>
                </a:tc>
                <a:extLst>
                  <a:ext uri="{0D108BD9-81ED-4DB2-BD59-A6C34878D82A}">
                    <a16:rowId xmlns:a16="http://schemas.microsoft.com/office/drawing/2014/main" val="4183940587"/>
                  </a:ext>
                </a:extLst>
              </a:tr>
              <a:tr h="549116">
                <a:tc>
                  <a:txBody>
                    <a:bodyPr/>
                    <a:lstStyle/>
                    <a:p>
                      <a:r>
                        <a:rPr lang="en-US" dirty="0" err="1"/>
                        <a:t>product_num_ratings</a:t>
                      </a:r>
                      <a:endParaRPr lang="en-US" dirty="0"/>
                    </a:p>
                  </a:txBody>
                  <a:tcPr/>
                </a:tc>
                <a:tc>
                  <a:txBody>
                    <a:bodyPr/>
                    <a:lstStyle/>
                    <a:p>
                      <a:r>
                        <a:rPr lang="en-US" dirty="0"/>
                        <a:t>Number of rating to phones</a:t>
                      </a:r>
                    </a:p>
                  </a:txBody>
                  <a:tcPr/>
                </a:tc>
                <a:extLst>
                  <a:ext uri="{0D108BD9-81ED-4DB2-BD59-A6C34878D82A}">
                    <a16:rowId xmlns:a16="http://schemas.microsoft.com/office/drawing/2014/main" val="4126235486"/>
                  </a:ext>
                </a:extLst>
              </a:tr>
              <a:tr h="549116">
                <a:tc>
                  <a:txBody>
                    <a:bodyPr/>
                    <a:lstStyle/>
                    <a:p>
                      <a:r>
                        <a:rPr lang="en-US" dirty="0" err="1"/>
                        <a:t>product_num_offers</a:t>
                      </a:r>
                      <a:endParaRPr lang="en-US" dirty="0"/>
                    </a:p>
                  </a:txBody>
                  <a:tcPr/>
                </a:tc>
                <a:tc>
                  <a:txBody>
                    <a:bodyPr/>
                    <a:lstStyle/>
                    <a:p>
                      <a:r>
                        <a:rPr lang="en-US" dirty="0"/>
                        <a:t>Number of offers to each phone</a:t>
                      </a:r>
                    </a:p>
                  </a:txBody>
                  <a:tcPr/>
                </a:tc>
                <a:extLst>
                  <a:ext uri="{0D108BD9-81ED-4DB2-BD59-A6C34878D82A}">
                    <a16:rowId xmlns:a16="http://schemas.microsoft.com/office/drawing/2014/main" val="183898403"/>
                  </a:ext>
                </a:extLst>
              </a:tr>
              <a:tr h="549116">
                <a:tc>
                  <a:txBody>
                    <a:bodyPr/>
                    <a:lstStyle/>
                    <a:p>
                      <a:r>
                        <a:rPr lang="en-US" dirty="0" err="1"/>
                        <a:t>product_minimum_offer_price</a:t>
                      </a:r>
                      <a:endParaRPr lang="en-US" dirty="0"/>
                    </a:p>
                  </a:txBody>
                  <a:tcPr/>
                </a:tc>
                <a:tc>
                  <a:txBody>
                    <a:bodyPr/>
                    <a:lstStyle/>
                    <a:p>
                      <a:r>
                        <a:rPr lang="en-US" dirty="0"/>
                        <a:t>Offer the minimum price for each phone</a:t>
                      </a:r>
                    </a:p>
                  </a:txBody>
                  <a:tcPr/>
                </a:tc>
                <a:extLst>
                  <a:ext uri="{0D108BD9-81ED-4DB2-BD59-A6C34878D82A}">
                    <a16:rowId xmlns:a16="http://schemas.microsoft.com/office/drawing/2014/main" val="2289038104"/>
                  </a:ext>
                </a:extLst>
              </a:tr>
              <a:tr h="549116">
                <a:tc>
                  <a:txBody>
                    <a:bodyPr/>
                    <a:lstStyle/>
                    <a:p>
                      <a:r>
                        <a:rPr lang="en-US" dirty="0" err="1"/>
                        <a:t>is_best_seller</a:t>
                      </a:r>
                      <a:endParaRPr lang="en-US" dirty="0"/>
                    </a:p>
                  </a:txBody>
                  <a:tcPr/>
                </a:tc>
                <a:tc>
                  <a:txBody>
                    <a:bodyPr/>
                    <a:lstStyle/>
                    <a:p>
                      <a:r>
                        <a:rPr lang="en-US" dirty="0"/>
                        <a:t>Best selling phone</a:t>
                      </a:r>
                    </a:p>
                  </a:txBody>
                  <a:tcPr/>
                </a:tc>
                <a:extLst>
                  <a:ext uri="{0D108BD9-81ED-4DB2-BD59-A6C34878D82A}">
                    <a16:rowId xmlns:a16="http://schemas.microsoft.com/office/drawing/2014/main" val="592123480"/>
                  </a:ext>
                </a:extLst>
              </a:tr>
              <a:tr h="549116">
                <a:tc>
                  <a:txBody>
                    <a:bodyPr/>
                    <a:lstStyle/>
                    <a:p>
                      <a:r>
                        <a:rPr lang="en-US" dirty="0" err="1"/>
                        <a:t>is_amazon_choice</a:t>
                      </a:r>
                      <a:endParaRPr lang="en-US" dirty="0"/>
                    </a:p>
                  </a:txBody>
                  <a:tcPr/>
                </a:tc>
                <a:tc>
                  <a:txBody>
                    <a:bodyPr/>
                    <a:lstStyle/>
                    <a:p>
                      <a:r>
                        <a:rPr lang="en-US" dirty="0"/>
                        <a:t>From Amazon or not</a:t>
                      </a:r>
                    </a:p>
                  </a:txBody>
                  <a:tcPr/>
                </a:tc>
                <a:extLst>
                  <a:ext uri="{0D108BD9-81ED-4DB2-BD59-A6C34878D82A}">
                    <a16:rowId xmlns:a16="http://schemas.microsoft.com/office/drawing/2014/main" val="254924816"/>
                  </a:ext>
                </a:extLst>
              </a:tr>
            </a:tbl>
          </a:graphicData>
        </a:graphic>
      </p:graphicFrame>
    </p:spTree>
    <p:extLst>
      <p:ext uri="{BB962C8B-B14F-4D97-AF65-F5344CB8AC3E}">
        <p14:creationId xmlns:p14="http://schemas.microsoft.com/office/powerpoint/2010/main" val="420242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E97D5-7F0E-2843-B4B3-DABBCEE9204D}"/>
              </a:ext>
            </a:extLst>
          </p:cNvPr>
          <p:cNvSpPr>
            <a:spLocks noGrp="1"/>
          </p:cNvSpPr>
          <p:nvPr>
            <p:ph type="title"/>
          </p:nvPr>
        </p:nvSpPr>
        <p:spPr/>
        <p:txBody>
          <a:bodyPr/>
          <a:lstStyle/>
          <a:p>
            <a:r>
              <a:rPr lang="ar-EG" dirty="0"/>
              <a:t>2</a:t>
            </a:r>
            <a:r>
              <a:rPr lang="en-US" dirty="0"/>
              <a:t>.Data Description</a:t>
            </a:r>
          </a:p>
        </p:txBody>
      </p:sp>
      <p:graphicFrame>
        <p:nvGraphicFramePr>
          <p:cNvPr id="4" name="Content Placeholder 3">
            <a:extLst>
              <a:ext uri="{FF2B5EF4-FFF2-40B4-BE49-F238E27FC236}">
                <a16:creationId xmlns:a16="http://schemas.microsoft.com/office/drawing/2014/main" id="{9CF4E0F8-97FF-473F-F38B-689AF4597E0B}"/>
              </a:ext>
            </a:extLst>
          </p:cNvPr>
          <p:cNvGraphicFramePr>
            <a:graphicFrameLocks noGrp="1"/>
          </p:cNvGraphicFramePr>
          <p:nvPr>
            <p:ph idx="1"/>
            <p:extLst>
              <p:ext uri="{D42A27DB-BD31-4B8C-83A1-F6EECF244321}">
                <p14:modId xmlns:p14="http://schemas.microsoft.com/office/powerpoint/2010/main" val="2577580667"/>
              </p:ext>
            </p:extLst>
          </p:nvPr>
        </p:nvGraphicFramePr>
        <p:xfrm>
          <a:off x="838200" y="2011363"/>
          <a:ext cx="10515600" cy="3789494"/>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614939646"/>
                    </a:ext>
                  </a:extLst>
                </a:gridCol>
                <a:gridCol w="5257800">
                  <a:extLst>
                    <a:ext uri="{9D8B030D-6E8A-4147-A177-3AD203B41FA5}">
                      <a16:colId xmlns:a16="http://schemas.microsoft.com/office/drawing/2014/main" val="2660123640"/>
                    </a:ext>
                  </a:extLst>
                </a:gridCol>
              </a:tblGrid>
              <a:tr h="9045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Column name</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Description</a:t>
                      </a:r>
                    </a:p>
                    <a:p>
                      <a:endParaRPr lang="en-US" dirty="0"/>
                    </a:p>
                  </a:txBody>
                  <a:tcPr/>
                </a:tc>
                <a:extLst>
                  <a:ext uri="{0D108BD9-81ED-4DB2-BD59-A6C34878D82A}">
                    <a16:rowId xmlns:a16="http://schemas.microsoft.com/office/drawing/2014/main" val="704328346"/>
                  </a:ext>
                </a:extLst>
              </a:tr>
              <a:tr h="534937">
                <a:tc>
                  <a:txBody>
                    <a:bodyPr/>
                    <a:lstStyle/>
                    <a:p>
                      <a:r>
                        <a:rPr lang="en-US" dirty="0" err="1"/>
                        <a:t>is_prime</a:t>
                      </a:r>
                      <a:endParaRPr lang="en-US" dirty="0"/>
                    </a:p>
                  </a:txBody>
                  <a:tcPr/>
                </a:tc>
                <a:tc>
                  <a:txBody>
                    <a:bodyPr/>
                    <a:lstStyle/>
                    <a:p>
                      <a:r>
                        <a:rPr lang="en-US" dirty="0"/>
                        <a:t>prime product or not?</a:t>
                      </a:r>
                    </a:p>
                  </a:txBody>
                  <a:tcPr/>
                </a:tc>
                <a:extLst>
                  <a:ext uri="{0D108BD9-81ED-4DB2-BD59-A6C34878D82A}">
                    <a16:rowId xmlns:a16="http://schemas.microsoft.com/office/drawing/2014/main" val="3555201477"/>
                  </a:ext>
                </a:extLst>
              </a:tr>
              <a:tr h="534937">
                <a:tc>
                  <a:txBody>
                    <a:bodyPr/>
                    <a:lstStyle/>
                    <a:p>
                      <a:r>
                        <a:rPr lang="en-US" dirty="0" err="1"/>
                        <a:t>climate_pledge_friendly</a:t>
                      </a:r>
                      <a:endParaRPr lang="en-US" dirty="0"/>
                    </a:p>
                  </a:txBody>
                  <a:tcPr/>
                </a:tc>
                <a:tc>
                  <a:txBody>
                    <a:bodyPr/>
                    <a:lstStyle/>
                    <a:p>
                      <a:r>
                        <a:rPr lang="en-US" dirty="0"/>
                        <a:t>Indicates whether the product is environmentally friendly or not.</a:t>
                      </a:r>
                    </a:p>
                  </a:txBody>
                  <a:tcPr/>
                </a:tc>
                <a:extLst>
                  <a:ext uri="{0D108BD9-81ED-4DB2-BD59-A6C34878D82A}">
                    <a16:rowId xmlns:a16="http://schemas.microsoft.com/office/drawing/2014/main" val="2093244702"/>
                  </a:ext>
                </a:extLst>
              </a:tr>
              <a:tr h="534937">
                <a:tc>
                  <a:txBody>
                    <a:bodyPr/>
                    <a:lstStyle/>
                    <a:p>
                      <a:r>
                        <a:rPr lang="en-US" dirty="0" err="1"/>
                        <a:t>sales_volume</a:t>
                      </a:r>
                      <a:endParaRPr lang="en-US" dirty="0"/>
                    </a:p>
                  </a:txBody>
                  <a:tcPr/>
                </a:tc>
                <a:tc>
                  <a:txBody>
                    <a:bodyPr/>
                    <a:lstStyle/>
                    <a:p>
                      <a:r>
                        <a:rPr lang="en-US" dirty="0"/>
                        <a:t>Sales volume per product</a:t>
                      </a:r>
                    </a:p>
                  </a:txBody>
                  <a:tcPr/>
                </a:tc>
                <a:extLst>
                  <a:ext uri="{0D108BD9-81ED-4DB2-BD59-A6C34878D82A}">
                    <a16:rowId xmlns:a16="http://schemas.microsoft.com/office/drawing/2014/main" val="1717555511"/>
                  </a:ext>
                </a:extLst>
              </a:tr>
              <a:tr h="534937">
                <a:tc>
                  <a:txBody>
                    <a:bodyPr/>
                    <a:lstStyle/>
                    <a:p>
                      <a:r>
                        <a:rPr lang="en-US" dirty="0"/>
                        <a:t>delivery</a:t>
                      </a:r>
                    </a:p>
                  </a:txBody>
                  <a:tcPr/>
                </a:tc>
                <a:tc>
                  <a:txBody>
                    <a:bodyPr/>
                    <a:lstStyle/>
                    <a:p>
                      <a:r>
                        <a:rPr lang="en-US" dirty="0"/>
                        <a:t>Time of delivery</a:t>
                      </a:r>
                    </a:p>
                  </a:txBody>
                  <a:tcPr/>
                </a:tc>
                <a:extLst>
                  <a:ext uri="{0D108BD9-81ED-4DB2-BD59-A6C34878D82A}">
                    <a16:rowId xmlns:a16="http://schemas.microsoft.com/office/drawing/2014/main" val="1408588871"/>
                  </a:ext>
                </a:extLst>
              </a:tr>
              <a:tr h="534937">
                <a:tc>
                  <a:txBody>
                    <a:bodyPr/>
                    <a:lstStyle/>
                    <a:p>
                      <a:r>
                        <a:rPr lang="en-US" dirty="0" err="1"/>
                        <a:t>has_variations</a:t>
                      </a:r>
                      <a:endParaRPr lang="en-US" dirty="0"/>
                    </a:p>
                  </a:txBody>
                  <a:tcPr/>
                </a:tc>
                <a:tc>
                  <a:txBody>
                    <a:bodyPr/>
                    <a:lstStyle/>
                    <a:p>
                      <a:r>
                        <a:rPr lang="en-US" dirty="0"/>
                        <a:t>Indicates whether the product has any differences or not.</a:t>
                      </a:r>
                    </a:p>
                  </a:txBody>
                  <a:tcPr/>
                </a:tc>
                <a:extLst>
                  <a:ext uri="{0D108BD9-81ED-4DB2-BD59-A6C34878D82A}">
                    <a16:rowId xmlns:a16="http://schemas.microsoft.com/office/drawing/2014/main" val="2262345964"/>
                  </a:ext>
                </a:extLst>
              </a:tr>
            </a:tbl>
          </a:graphicData>
        </a:graphic>
      </p:graphicFrame>
    </p:spTree>
    <p:extLst>
      <p:ext uri="{BB962C8B-B14F-4D97-AF65-F5344CB8AC3E}">
        <p14:creationId xmlns:p14="http://schemas.microsoft.com/office/powerpoint/2010/main" val="2595446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688D-F033-A6E4-8332-17A6CC5F3106}"/>
              </a:ext>
            </a:extLst>
          </p:cNvPr>
          <p:cNvSpPr>
            <a:spLocks noGrp="1"/>
          </p:cNvSpPr>
          <p:nvPr>
            <p:ph type="title"/>
          </p:nvPr>
        </p:nvSpPr>
        <p:spPr/>
        <p:txBody>
          <a:bodyPr/>
          <a:lstStyle/>
          <a:p>
            <a:r>
              <a:rPr lang="ar-EG"/>
              <a:t>3</a:t>
            </a:r>
            <a:r>
              <a:rPr lang="en-US"/>
              <a:t>.Data Cleaning Steps</a:t>
            </a:r>
            <a:br>
              <a:rPr lang="en-US"/>
            </a:br>
            <a:endParaRPr lang="en-US" dirty="0"/>
          </a:p>
        </p:txBody>
      </p:sp>
      <p:graphicFrame>
        <p:nvGraphicFramePr>
          <p:cNvPr id="7" name="Content Placeholder 2">
            <a:extLst>
              <a:ext uri="{FF2B5EF4-FFF2-40B4-BE49-F238E27FC236}">
                <a16:creationId xmlns:a16="http://schemas.microsoft.com/office/drawing/2014/main" id="{6005DBC5-6002-84C5-CBD9-5F293D7CA5F5}"/>
              </a:ext>
            </a:extLst>
          </p:cNvPr>
          <p:cNvGraphicFramePr>
            <a:graphicFrameLocks noGrp="1"/>
          </p:cNvGraphicFramePr>
          <p:nvPr>
            <p:ph idx="1"/>
            <p:extLst>
              <p:ext uri="{D42A27DB-BD31-4B8C-83A1-F6EECF244321}">
                <p14:modId xmlns:p14="http://schemas.microsoft.com/office/powerpoint/2010/main" val="3926084511"/>
              </p:ext>
            </p:extLst>
          </p:nvPr>
        </p:nvGraphicFramePr>
        <p:xfrm>
          <a:off x="838200" y="2011680"/>
          <a:ext cx="10515600" cy="4160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70615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EC393DE-1394-4E5E-8479-8B46B8EE7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33334BC-A5C9-4E98-B2FE-3FB7AD4D0E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5C7B23-36F3-7D16-E4FA-354BF7DB3640}"/>
              </a:ext>
            </a:extLst>
          </p:cNvPr>
          <p:cNvSpPr>
            <a:spLocks noGrp="1"/>
          </p:cNvSpPr>
          <p:nvPr>
            <p:ph type="title"/>
          </p:nvPr>
        </p:nvSpPr>
        <p:spPr>
          <a:xfrm>
            <a:off x="838200" y="713312"/>
            <a:ext cx="3200400" cy="5431376"/>
          </a:xfrm>
        </p:spPr>
        <p:txBody>
          <a:bodyPr>
            <a:normAutofit/>
          </a:bodyPr>
          <a:lstStyle/>
          <a:p>
            <a:br>
              <a:rPr lang="en-US" b="1" i="0" kern="100">
                <a:solidFill>
                  <a:srgbClr val="63B520"/>
                </a:solidFill>
                <a:effectLst/>
                <a:latin typeface="Arial" panose="020B0604020202020204" pitchFamily="34" charset="0"/>
                <a:ea typeface="宋体" panose="02010600030101010101" pitchFamily="2" charset="-122"/>
              </a:rPr>
            </a:br>
            <a:br>
              <a:rPr lang="en-US" b="1" i="0" kern="100">
                <a:solidFill>
                  <a:srgbClr val="63B520"/>
                </a:solidFill>
                <a:effectLst/>
                <a:latin typeface="Arial" panose="020B0604020202020204" pitchFamily="34" charset="0"/>
                <a:ea typeface="宋体" panose="02010600030101010101" pitchFamily="2" charset="-122"/>
              </a:rPr>
            </a:br>
            <a:r>
              <a:rPr lang="en-US" b="1" i="0" kern="100">
                <a:solidFill>
                  <a:srgbClr val="63B520"/>
                </a:solidFill>
                <a:effectLst/>
                <a:latin typeface="Arial" panose="020B0604020202020204" pitchFamily="34" charset="0"/>
                <a:ea typeface="宋体" panose="02010600030101010101" pitchFamily="2" charset="-122"/>
              </a:rPr>
              <a:t>the business questions using Dax</a:t>
            </a:r>
            <a:br>
              <a:rPr lang="en-US" b="1" kern="100">
                <a:solidFill>
                  <a:srgbClr val="63B520"/>
                </a:solidFill>
                <a:effectLst/>
                <a:latin typeface="Aptos" panose="020B0004020202020204" pitchFamily="34" charset="0"/>
                <a:ea typeface="宋体" panose="02010600030101010101" pitchFamily="2" charset="-122"/>
              </a:rPr>
            </a:br>
            <a:endParaRPr lang="en-US" b="1">
              <a:solidFill>
                <a:srgbClr val="63B520"/>
              </a:solidFill>
            </a:endParaRPr>
          </a:p>
        </p:txBody>
      </p:sp>
      <p:sp useBgFill="1">
        <p:nvSpPr>
          <p:cNvPr id="13" name="Freeform: Shape 12">
            <a:extLst>
              <a:ext uri="{FF2B5EF4-FFF2-40B4-BE49-F238E27FC236}">
                <a16:creationId xmlns:a16="http://schemas.microsoft.com/office/drawing/2014/main" id="{F7BB91D9-FCCF-4464-A06C-903EF4F376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44081" y="-3482"/>
            <a:ext cx="8047921" cy="6861482"/>
          </a:xfrm>
          <a:custGeom>
            <a:avLst/>
            <a:gdLst>
              <a:gd name="connsiteX0" fmla="*/ 58769 w 8047921"/>
              <a:gd name="connsiteY0" fmla="*/ 4239616 h 6861482"/>
              <a:gd name="connsiteX1" fmla="*/ 58894 w 8047921"/>
              <a:gd name="connsiteY1" fmla="*/ 4240495 h 6861482"/>
              <a:gd name="connsiteX2" fmla="*/ 59045 w 8047921"/>
              <a:gd name="connsiteY2" fmla="*/ 4241609 h 6861482"/>
              <a:gd name="connsiteX3" fmla="*/ 527473 w 8047921"/>
              <a:gd name="connsiteY3" fmla="*/ 0 h 6861482"/>
              <a:gd name="connsiteX4" fmla="*/ 8047921 w 8047921"/>
              <a:gd name="connsiteY4" fmla="*/ 0 h 6861482"/>
              <a:gd name="connsiteX5" fmla="*/ 8047921 w 8047921"/>
              <a:gd name="connsiteY5" fmla="*/ 6861482 h 6861482"/>
              <a:gd name="connsiteX6" fmla="*/ 1319860 w 8047921"/>
              <a:gd name="connsiteY6" fmla="*/ 6861482 h 6861482"/>
              <a:gd name="connsiteX7" fmla="*/ 1297994 w 8047921"/>
              <a:gd name="connsiteY7" fmla="*/ 6831011 h 6861482"/>
              <a:gd name="connsiteX8" fmla="*/ 1024504 w 8047921"/>
              <a:gd name="connsiteY8" fmla="*/ 6405892 h 6861482"/>
              <a:gd name="connsiteX9" fmla="*/ 843366 w 8047921"/>
              <a:gd name="connsiteY9" fmla="*/ 6082357 h 6861482"/>
              <a:gd name="connsiteX10" fmla="*/ 690198 w 8047921"/>
              <a:gd name="connsiteY10" fmla="*/ 5793573 h 6861482"/>
              <a:gd name="connsiteX11" fmla="*/ 777021 w 8047921"/>
              <a:gd name="connsiteY11" fmla="*/ 5729320 h 6861482"/>
              <a:gd name="connsiteX12" fmla="*/ 670606 w 8047921"/>
              <a:gd name="connsiteY12" fmla="*/ 5463560 h 6861482"/>
              <a:gd name="connsiteX13" fmla="*/ 332307 w 8047921"/>
              <a:gd name="connsiteY13" fmla="*/ 4640688 h 6861482"/>
              <a:gd name="connsiteX14" fmla="*/ 178764 w 8047921"/>
              <a:gd name="connsiteY14" fmla="*/ 4440302 h 6861482"/>
              <a:gd name="connsiteX15" fmla="*/ 102405 w 8047921"/>
              <a:gd name="connsiteY15" fmla="*/ 4371063 h 6861482"/>
              <a:gd name="connsiteX16" fmla="*/ 82464 w 8047921"/>
              <a:gd name="connsiteY16" fmla="*/ 4327380 h 6861482"/>
              <a:gd name="connsiteX17" fmla="*/ 72595 w 8047921"/>
              <a:gd name="connsiteY17" fmla="*/ 4327380 h 6861482"/>
              <a:gd name="connsiteX18" fmla="*/ 71105 w 8047921"/>
              <a:gd name="connsiteY18" fmla="*/ 4319440 h 6861482"/>
              <a:gd name="connsiteX19" fmla="*/ 63234 w 8047921"/>
              <a:gd name="connsiteY19" fmla="*/ 4265601 h 6861482"/>
              <a:gd name="connsiteX20" fmla="*/ 58391 w 8047921"/>
              <a:gd name="connsiteY20" fmla="*/ 4236887 h 6861482"/>
              <a:gd name="connsiteX21" fmla="*/ 58769 w 8047921"/>
              <a:gd name="connsiteY21" fmla="*/ 4239616 h 6861482"/>
              <a:gd name="connsiteX22" fmla="*/ 57161 w 8047921"/>
              <a:gd name="connsiteY22" fmla="*/ 4228245 h 6861482"/>
              <a:gd name="connsiteX23" fmla="*/ 55444 w 8047921"/>
              <a:gd name="connsiteY23" fmla="*/ 4216187 h 6861482"/>
              <a:gd name="connsiteX24" fmla="*/ 57173 w 8047921"/>
              <a:gd name="connsiteY24" fmla="*/ 4216187 h 6861482"/>
              <a:gd name="connsiteX25" fmla="*/ 46978 w 8047921"/>
              <a:gd name="connsiteY25" fmla="*/ 4153970 h 6861482"/>
              <a:gd name="connsiteX26" fmla="*/ 23198 w 8047921"/>
              <a:gd name="connsiteY26" fmla="*/ 4042035 h 6861482"/>
              <a:gd name="connsiteX27" fmla="*/ 12577 w 8047921"/>
              <a:gd name="connsiteY27" fmla="*/ 4017890 h 6861482"/>
              <a:gd name="connsiteX28" fmla="*/ 144506 w 8047921"/>
              <a:gd name="connsiteY28" fmla="*/ 3860429 h 6861482"/>
              <a:gd name="connsiteX29" fmla="*/ 22695 w 8047921"/>
              <a:gd name="connsiteY29" fmla="*/ 3800021 h 6861482"/>
              <a:gd name="connsiteX30" fmla="*/ 24220 w 8047921"/>
              <a:gd name="connsiteY30" fmla="*/ 3771718 h 6861482"/>
              <a:gd name="connsiteX31" fmla="*/ 27584 w 8047921"/>
              <a:gd name="connsiteY31" fmla="*/ 3757935 h 6861482"/>
              <a:gd name="connsiteX32" fmla="*/ 33375 w 8047921"/>
              <a:gd name="connsiteY32" fmla="*/ 3747325 h 6861482"/>
              <a:gd name="connsiteX33" fmla="*/ 77078 w 8047921"/>
              <a:gd name="connsiteY33" fmla="*/ 3705028 h 6861482"/>
              <a:gd name="connsiteX34" fmla="*/ 31331 w 8047921"/>
              <a:gd name="connsiteY34" fmla="*/ 3445525 h 6861482"/>
              <a:gd name="connsiteX35" fmla="*/ 3341 w 8047921"/>
              <a:gd name="connsiteY35" fmla="*/ 3405686 h 6861482"/>
              <a:gd name="connsiteX36" fmla="*/ 0 w 8047921"/>
              <a:gd name="connsiteY36" fmla="*/ 3393684 h 6861482"/>
              <a:gd name="connsiteX37" fmla="*/ 5588 w 8047921"/>
              <a:gd name="connsiteY37" fmla="*/ 3363918 h 6861482"/>
              <a:gd name="connsiteX38" fmla="*/ 28563 w 8047921"/>
              <a:gd name="connsiteY38" fmla="*/ 3279721 h 6861482"/>
              <a:gd name="connsiteX39" fmla="*/ 31618 w 8047921"/>
              <a:gd name="connsiteY39" fmla="*/ 3274732 h 6861482"/>
              <a:gd name="connsiteX40" fmla="*/ 54143 w 8047921"/>
              <a:gd name="connsiteY40" fmla="*/ 3204655 h 6861482"/>
              <a:gd name="connsiteX41" fmla="*/ 54066 w 8047921"/>
              <a:gd name="connsiteY41" fmla="*/ 3198166 h 6861482"/>
              <a:gd name="connsiteX42" fmla="*/ 59893 w 8047921"/>
              <a:gd name="connsiteY42" fmla="*/ 3181568 h 6861482"/>
              <a:gd name="connsiteX43" fmla="*/ 182871 w 8047921"/>
              <a:gd name="connsiteY43" fmla="*/ 3024678 h 6861482"/>
              <a:gd name="connsiteX44" fmla="*/ 305944 w 8047921"/>
              <a:gd name="connsiteY44" fmla="*/ 2810127 h 6861482"/>
              <a:gd name="connsiteX45" fmla="*/ 326259 w 8047921"/>
              <a:gd name="connsiteY45" fmla="*/ 2596949 h 6861482"/>
              <a:gd name="connsiteX46" fmla="*/ 556280 w 8047921"/>
              <a:gd name="connsiteY46" fmla="*/ 2524080 h 6861482"/>
              <a:gd name="connsiteX47" fmla="*/ 358274 w 8047921"/>
              <a:gd name="connsiteY47" fmla="*/ 2014028 h 6861482"/>
              <a:gd name="connsiteX48" fmla="*/ 340119 w 8047921"/>
              <a:gd name="connsiteY48" fmla="*/ 1914129 h 6861482"/>
              <a:gd name="connsiteX49" fmla="*/ 478258 w 8047921"/>
              <a:gd name="connsiteY49" fmla="*/ 1606217 h 6861482"/>
              <a:gd name="connsiteX50" fmla="*/ 500664 w 8047921"/>
              <a:gd name="connsiteY50" fmla="*/ 1556554 h 6861482"/>
              <a:gd name="connsiteX51" fmla="*/ 551219 w 8047921"/>
              <a:gd name="connsiteY51" fmla="*/ 1459414 h 6861482"/>
              <a:gd name="connsiteX52" fmla="*/ 687152 w 8047921"/>
              <a:gd name="connsiteY52" fmla="*/ 1466109 h 6861482"/>
              <a:gd name="connsiteX53" fmla="*/ 619370 w 8047921"/>
              <a:gd name="connsiteY53" fmla="*/ 1372761 h 6861482"/>
              <a:gd name="connsiteX54" fmla="*/ 491520 w 8047921"/>
              <a:gd name="connsiteY54" fmla="*/ 1080052 h 6861482"/>
              <a:gd name="connsiteX55" fmla="*/ 589761 w 8047921"/>
              <a:gd name="connsiteY55" fmla="*/ 854014 h 6861482"/>
              <a:gd name="connsiteX56" fmla="*/ 617929 w 8047921"/>
              <a:gd name="connsiteY56" fmla="*/ 821285 h 6861482"/>
              <a:gd name="connsiteX57" fmla="*/ 583503 w 8047921"/>
              <a:gd name="connsiteY57" fmla="*/ 760897 h 6861482"/>
              <a:gd name="connsiteX58" fmla="*/ 515241 w 8047921"/>
              <a:gd name="connsiteY58" fmla="*/ 560313 h 6861482"/>
              <a:gd name="connsiteX59" fmla="*/ 480798 w 8047921"/>
              <a:gd name="connsiteY59" fmla="*/ 423850 h 6861482"/>
              <a:gd name="connsiteX60" fmla="*/ 436755 w 8047921"/>
              <a:gd name="connsiteY60" fmla="*/ 361124 h 6861482"/>
              <a:gd name="connsiteX61" fmla="*/ 428051 w 8047921"/>
              <a:gd name="connsiteY61" fmla="*/ 314763 h 6861482"/>
              <a:gd name="connsiteX62" fmla="*/ 457954 w 8047921"/>
              <a:gd name="connsiteY62" fmla="*/ 104693 h 6861482"/>
              <a:gd name="connsiteX63" fmla="*/ 472694 w 8047921"/>
              <a:gd name="connsiteY63" fmla="*/ 52392 h 6861482"/>
              <a:gd name="connsiteX64" fmla="*/ 512572 w 8047921"/>
              <a:gd name="connsiteY64" fmla="*/ 23688 h 6861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8047921" h="6861482">
                <a:moveTo>
                  <a:pt x="58769" y="4239616"/>
                </a:moveTo>
                <a:lnTo>
                  <a:pt x="58894" y="4240495"/>
                </a:lnTo>
                <a:cubicBezTo>
                  <a:pt x="59164" y="4242428"/>
                  <a:pt x="59171" y="4242505"/>
                  <a:pt x="59045" y="4241609"/>
                </a:cubicBezTo>
                <a:close/>
                <a:moveTo>
                  <a:pt x="527473" y="0"/>
                </a:moveTo>
                <a:lnTo>
                  <a:pt x="8047921" y="0"/>
                </a:lnTo>
                <a:lnTo>
                  <a:pt x="8047921" y="6861482"/>
                </a:lnTo>
                <a:lnTo>
                  <a:pt x="1319860" y="6861482"/>
                </a:lnTo>
                <a:lnTo>
                  <a:pt x="1297994" y="6831011"/>
                </a:lnTo>
                <a:cubicBezTo>
                  <a:pt x="1121436" y="6580901"/>
                  <a:pt x="1026069" y="6413841"/>
                  <a:pt x="1024504" y="6405892"/>
                </a:cubicBezTo>
                <a:cubicBezTo>
                  <a:pt x="995790" y="6256850"/>
                  <a:pt x="915502" y="6175982"/>
                  <a:pt x="843366" y="6082357"/>
                </a:cubicBezTo>
                <a:cubicBezTo>
                  <a:pt x="780556" y="6000311"/>
                  <a:pt x="713540" y="5913360"/>
                  <a:pt x="690198" y="5793573"/>
                </a:cubicBezTo>
                <a:cubicBezTo>
                  <a:pt x="659374" y="5634705"/>
                  <a:pt x="756440" y="5782527"/>
                  <a:pt x="777021" y="5729320"/>
                </a:cubicBezTo>
                <a:cubicBezTo>
                  <a:pt x="741019" y="5642157"/>
                  <a:pt x="683667" y="5556007"/>
                  <a:pt x="670606" y="5463560"/>
                </a:cubicBezTo>
                <a:cubicBezTo>
                  <a:pt x="624014" y="5129308"/>
                  <a:pt x="509280" y="4866180"/>
                  <a:pt x="332307" y="4640688"/>
                </a:cubicBezTo>
                <a:cubicBezTo>
                  <a:pt x="281557" y="4575550"/>
                  <a:pt x="249914" y="4473150"/>
                  <a:pt x="178764" y="4440302"/>
                </a:cubicBezTo>
                <a:cubicBezTo>
                  <a:pt x="144180" y="4424583"/>
                  <a:pt x="119969" y="4400506"/>
                  <a:pt x="102405" y="4371063"/>
                </a:cubicBezTo>
                <a:lnTo>
                  <a:pt x="82464" y="4327380"/>
                </a:lnTo>
                <a:lnTo>
                  <a:pt x="72595" y="4327380"/>
                </a:lnTo>
                <a:lnTo>
                  <a:pt x="71105" y="4319440"/>
                </a:lnTo>
                <a:cubicBezTo>
                  <a:pt x="68098" y="4300784"/>
                  <a:pt x="63569" y="4267782"/>
                  <a:pt x="63234" y="4265601"/>
                </a:cubicBezTo>
                <a:cubicBezTo>
                  <a:pt x="56185" y="4219786"/>
                  <a:pt x="57328" y="4229054"/>
                  <a:pt x="58391" y="4236887"/>
                </a:cubicBezTo>
                <a:lnTo>
                  <a:pt x="58769" y="4239616"/>
                </a:lnTo>
                <a:lnTo>
                  <a:pt x="57161" y="4228245"/>
                </a:lnTo>
                <a:lnTo>
                  <a:pt x="55444" y="4216187"/>
                </a:lnTo>
                <a:lnTo>
                  <a:pt x="57173" y="4216187"/>
                </a:lnTo>
                <a:lnTo>
                  <a:pt x="46978" y="4153970"/>
                </a:lnTo>
                <a:cubicBezTo>
                  <a:pt x="41098" y="4115040"/>
                  <a:pt x="34414" y="4076730"/>
                  <a:pt x="23198" y="4042035"/>
                </a:cubicBezTo>
                <a:lnTo>
                  <a:pt x="12577" y="4017890"/>
                </a:lnTo>
                <a:lnTo>
                  <a:pt x="144506" y="3860429"/>
                </a:lnTo>
                <a:cubicBezTo>
                  <a:pt x="103351" y="3777846"/>
                  <a:pt x="58276" y="3834526"/>
                  <a:pt x="22695" y="3800021"/>
                </a:cubicBezTo>
                <a:cubicBezTo>
                  <a:pt x="23786" y="3791627"/>
                  <a:pt x="23716" y="3781009"/>
                  <a:pt x="24220" y="3771718"/>
                </a:cubicBezTo>
                <a:lnTo>
                  <a:pt x="27584" y="3757935"/>
                </a:lnTo>
                <a:lnTo>
                  <a:pt x="33375" y="3747325"/>
                </a:lnTo>
                <a:lnTo>
                  <a:pt x="77078" y="3705028"/>
                </a:lnTo>
                <a:cubicBezTo>
                  <a:pt x="173055" y="3608961"/>
                  <a:pt x="158512" y="3588143"/>
                  <a:pt x="31331" y="3445525"/>
                </a:cubicBezTo>
                <a:cubicBezTo>
                  <a:pt x="18649" y="3431228"/>
                  <a:pt x="9488" y="3418102"/>
                  <a:pt x="3341" y="3405686"/>
                </a:cubicBezTo>
                <a:lnTo>
                  <a:pt x="0" y="3393684"/>
                </a:lnTo>
                <a:lnTo>
                  <a:pt x="5588" y="3363918"/>
                </a:lnTo>
                <a:lnTo>
                  <a:pt x="28563" y="3279721"/>
                </a:lnTo>
                <a:lnTo>
                  <a:pt x="31618" y="3274732"/>
                </a:lnTo>
                <a:cubicBezTo>
                  <a:pt x="41998" y="3256804"/>
                  <a:pt x="51127" y="3236251"/>
                  <a:pt x="54143" y="3204655"/>
                </a:cubicBezTo>
                <a:lnTo>
                  <a:pt x="54066" y="3198166"/>
                </a:lnTo>
                <a:lnTo>
                  <a:pt x="59893" y="3181568"/>
                </a:lnTo>
                <a:cubicBezTo>
                  <a:pt x="95562" y="3088781"/>
                  <a:pt x="138958" y="3020054"/>
                  <a:pt x="182871" y="3024678"/>
                </a:cubicBezTo>
                <a:cubicBezTo>
                  <a:pt x="138662" y="2798901"/>
                  <a:pt x="138662" y="2798901"/>
                  <a:pt x="305944" y="2810127"/>
                </a:cubicBezTo>
                <a:cubicBezTo>
                  <a:pt x="246290" y="2658988"/>
                  <a:pt x="247386" y="2624324"/>
                  <a:pt x="326259" y="2596949"/>
                </a:cubicBezTo>
                <a:cubicBezTo>
                  <a:pt x="402195" y="2570407"/>
                  <a:pt x="485357" y="2575904"/>
                  <a:pt x="556280" y="2524080"/>
                </a:cubicBezTo>
                <a:cubicBezTo>
                  <a:pt x="498302" y="2335317"/>
                  <a:pt x="486850" y="2130710"/>
                  <a:pt x="358274" y="2014028"/>
                </a:cubicBezTo>
                <a:cubicBezTo>
                  <a:pt x="338015" y="1995898"/>
                  <a:pt x="325730" y="1940125"/>
                  <a:pt x="340119" y="1914129"/>
                </a:cubicBezTo>
                <a:cubicBezTo>
                  <a:pt x="391157" y="1817105"/>
                  <a:pt x="329468" y="1592503"/>
                  <a:pt x="478258" y="1606217"/>
                </a:cubicBezTo>
                <a:cubicBezTo>
                  <a:pt x="496627" y="1607581"/>
                  <a:pt x="514137" y="1590108"/>
                  <a:pt x="500664" y="1556554"/>
                </a:cubicBezTo>
                <a:cubicBezTo>
                  <a:pt x="454384" y="1442049"/>
                  <a:pt x="514266" y="1463610"/>
                  <a:pt x="551219" y="1459414"/>
                </a:cubicBezTo>
                <a:cubicBezTo>
                  <a:pt x="595940" y="1454776"/>
                  <a:pt x="644530" y="1511622"/>
                  <a:pt x="687152" y="1466109"/>
                </a:cubicBezTo>
                <a:cubicBezTo>
                  <a:pt x="679388" y="1405223"/>
                  <a:pt x="643786" y="1397333"/>
                  <a:pt x="619370" y="1372761"/>
                </a:cubicBezTo>
                <a:cubicBezTo>
                  <a:pt x="548020" y="1300280"/>
                  <a:pt x="490448" y="1221065"/>
                  <a:pt x="491520" y="1080052"/>
                </a:cubicBezTo>
                <a:cubicBezTo>
                  <a:pt x="492222" y="966113"/>
                  <a:pt x="487698" y="864105"/>
                  <a:pt x="589761" y="854014"/>
                </a:cubicBezTo>
                <a:cubicBezTo>
                  <a:pt x="605798" y="852486"/>
                  <a:pt x="614435" y="839840"/>
                  <a:pt x="617929" y="821285"/>
                </a:cubicBezTo>
                <a:cubicBezTo>
                  <a:pt x="606975" y="799992"/>
                  <a:pt x="596528" y="778040"/>
                  <a:pt x="583503" y="760897"/>
                </a:cubicBezTo>
                <a:cubicBezTo>
                  <a:pt x="539748" y="704450"/>
                  <a:pt x="526482" y="633687"/>
                  <a:pt x="515241" y="560313"/>
                </a:cubicBezTo>
                <a:cubicBezTo>
                  <a:pt x="508001" y="513531"/>
                  <a:pt x="499292" y="467166"/>
                  <a:pt x="480798" y="423850"/>
                </a:cubicBezTo>
                <a:cubicBezTo>
                  <a:pt x="469533" y="397046"/>
                  <a:pt x="455191" y="375704"/>
                  <a:pt x="436755" y="361124"/>
                </a:cubicBezTo>
                <a:cubicBezTo>
                  <a:pt x="420701" y="347903"/>
                  <a:pt x="416284" y="334407"/>
                  <a:pt x="428051" y="314763"/>
                </a:cubicBezTo>
                <a:cubicBezTo>
                  <a:pt x="461326" y="258432"/>
                  <a:pt x="476043" y="191375"/>
                  <a:pt x="457954" y="104693"/>
                </a:cubicBezTo>
                <a:cubicBezTo>
                  <a:pt x="452484" y="78523"/>
                  <a:pt x="457495" y="58007"/>
                  <a:pt x="472694" y="52392"/>
                </a:cubicBezTo>
                <a:cubicBezTo>
                  <a:pt x="488509" y="46345"/>
                  <a:pt x="501512" y="36363"/>
                  <a:pt x="512572" y="23688"/>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Content Placeholder 2">
            <a:extLst>
              <a:ext uri="{FF2B5EF4-FFF2-40B4-BE49-F238E27FC236}">
                <a16:creationId xmlns:a16="http://schemas.microsoft.com/office/drawing/2014/main" id="{C272B920-693C-FEC7-7F72-1AC403632C03}"/>
              </a:ext>
            </a:extLst>
          </p:cNvPr>
          <p:cNvGraphicFramePr>
            <a:graphicFrameLocks noGrp="1"/>
          </p:cNvGraphicFramePr>
          <p:nvPr>
            <p:ph idx="1"/>
            <p:extLst>
              <p:ext uri="{D42A27DB-BD31-4B8C-83A1-F6EECF244321}">
                <p14:modId xmlns:p14="http://schemas.microsoft.com/office/powerpoint/2010/main" val="3827479197"/>
              </p:ext>
            </p:extLst>
          </p:nvPr>
        </p:nvGraphicFramePr>
        <p:xfrm>
          <a:off x="5550568" y="713312"/>
          <a:ext cx="5803231" cy="54949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7620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93276-0187-14E5-822F-CDE8F974C037}"/>
              </a:ext>
            </a:extLst>
          </p:cNvPr>
          <p:cNvSpPr>
            <a:spLocks noGrp="1"/>
          </p:cNvSpPr>
          <p:nvPr>
            <p:ph type="title"/>
          </p:nvPr>
        </p:nvSpPr>
        <p:spPr>
          <a:xfrm>
            <a:off x="560408" y="156780"/>
            <a:ext cx="10515600" cy="1325563"/>
          </a:xfrm>
        </p:spPr>
        <p:txBody>
          <a:bodyPr/>
          <a:lstStyle/>
          <a:p>
            <a:r>
              <a:rPr lang="en-US"/>
              <a:t>Dashborad</a:t>
            </a:r>
            <a:endParaRPr lang="en-US" dirty="0"/>
          </a:p>
        </p:txBody>
      </p:sp>
      <p:pic>
        <p:nvPicPr>
          <p:cNvPr id="5" name="Content Placeholder 4" descr="A screenshot of a phone search dashboard&#10;&#10;Description automatically generated">
            <a:extLst>
              <a:ext uri="{FF2B5EF4-FFF2-40B4-BE49-F238E27FC236}">
                <a16:creationId xmlns:a16="http://schemas.microsoft.com/office/drawing/2014/main" id="{0E4891B5-9050-DD89-EC85-5DEE8F82773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8971" y="1718320"/>
            <a:ext cx="11408781" cy="4982900"/>
          </a:xfrm>
        </p:spPr>
      </p:pic>
    </p:spTree>
    <p:extLst>
      <p:ext uri="{BB962C8B-B14F-4D97-AF65-F5344CB8AC3E}">
        <p14:creationId xmlns:p14="http://schemas.microsoft.com/office/powerpoint/2010/main" val="938222721"/>
      </p:ext>
    </p:extLst>
  </p:cSld>
  <p:clrMapOvr>
    <a:masterClrMapping/>
  </p:clrMapOvr>
</p:sld>
</file>

<file path=ppt/theme/theme1.xml><?xml version="1.0" encoding="utf-8"?>
<a:theme xmlns:a="http://schemas.openxmlformats.org/drawingml/2006/main" name="BrushVTI">
  <a:themeElements>
    <a:clrScheme name="AnalogousFromDarkSeedLeftStep">
      <a:dk1>
        <a:srgbClr val="000000"/>
      </a:dk1>
      <a:lt1>
        <a:srgbClr val="FFFFFF"/>
      </a:lt1>
      <a:dk2>
        <a:srgbClr val="2F211A"/>
      </a:dk2>
      <a:lt2>
        <a:srgbClr val="F2F0F3"/>
      </a:lt2>
      <a:accent1>
        <a:srgbClr val="63B520"/>
      </a:accent1>
      <a:accent2>
        <a:srgbClr val="96AA12"/>
      </a:accent2>
      <a:accent3>
        <a:srgbClr val="C89A24"/>
      </a:accent3>
      <a:accent4>
        <a:srgbClr val="D55117"/>
      </a:accent4>
      <a:accent5>
        <a:srgbClr val="E7293F"/>
      </a:accent5>
      <a:accent6>
        <a:srgbClr val="D5177C"/>
      </a:accent6>
      <a:hlink>
        <a:srgbClr val="BF4741"/>
      </a:hlink>
      <a:folHlink>
        <a:srgbClr val="7F7F7F"/>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925</TotalTime>
  <Words>328</Words>
  <Application>Microsoft Office PowerPoint</Application>
  <PresentationFormat>Widescreen</PresentationFormat>
  <Paragraphs>68</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Century Gothic</vt:lpstr>
      <vt:lpstr>BrushVTI</vt:lpstr>
      <vt:lpstr>Phone Search Analysis</vt:lpstr>
      <vt:lpstr>Table OF contents</vt:lpstr>
      <vt:lpstr>1. Introduction</vt:lpstr>
      <vt:lpstr>2.Data Description </vt:lpstr>
      <vt:lpstr>2.Data Description</vt:lpstr>
      <vt:lpstr>2.Data Description</vt:lpstr>
      <vt:lpstr>3.Data Cleaning Steps </vt:lpstr>
      <vt:lpstr>  the business questions using Dax </vt:lpstr>
      <vt:lpstr>Dashborad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kamal Ezz Al Arab</dc:creator>
  <cp:lastModifiedBy>Ahmed kamal Ezz Al Arab</cp:lastModifiedBy>
  <cp:revision>1</cp:revision>
  <dcterms:created xsi:type="dcterms:W3CDTF">2024-12-02T21:12:42Z</dcterms:created>
  <dcterms:modified xsi:type="dcterms:W3CDTF">2024-12-03T12:38:41Z</dcterms:modified>
</cp:coreProperties>
</file>